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theme/theme1.xml" ContentType="application/vnd.openxmlformats-officedocument.them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8585200" cy="8935720"/>
  <p:notesSz cx="8935720" cy="85852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theme" Target="theme/theme1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tage 2"/>
          <p:cNvSpPr/>
          <p:nvPr/>
        </p:nvSpPr>
        <p:spPr>
          <a:xfrm>
            <a:off x="2120900" y="327660"/>
            <a:ext cx="4343400" cy="1018540"/>
          </a:xfrm>
          <a:prstGeom prst="roundRect">
            <a:avLst>
              <a:gd name="adj" fmla="val 3241"/>
            </a:avLst>
          </a:prstGeom>
          <a:noFill/>
          <a:ln w="6985" cap="flat">
            <a:solidFill>
              <a:srgbClr val="A5A5A5"/>
            </a:solidFill>
            <a:prstDash val="dash"/>
            <a:miter lim="800000"/>
          </a:ln>
        </p:spPr>
        <p:txBody>
          <a:bodyPr rtlCol="0" anchor="ctr" wrap="none" lIns="0" tIns="0" rIns="0" bIns="0"/>
          <a:lstStyle/>
          <a:p>
            <a:endParaRPr lang="en-US"/>
          </a:p>
        </p:txBody>
      </p:sp>
      <p:sp>
        <p:nvSpPr>
          <p:cNvPr id="3" name="StageTitle 3"/>
          <p:cNvSpPr txBox="1"/>
          <p:nvPr/>
        </p:nvSpPr>
        <p:spPr>
          <a:xfrm>
            <a:off x="2120900" y="177800"/>
            <a:ext cx="4343400" cy="124460"/>
          </a:xfrm>
          <a:prstGeom prst="rect">
            <a:avLst/>
          </a:prstGeom>
          <a:noFill/>
        </p:spPr>
        <p:txBody>
          <a:bodyPr rtlCol="0" anchor="ctr" wrap="none" lIns="0" tIns="0" rIns="0" bIns="0">
            <a:spAutoFit/>
          </a:bodyPr>
          <a:lstStyle/>
          <a:p>
            <a:pPr algn="l"/>
            <a:r>
              <a:rPr lang="en-US" sz="780" b="1" dirty="0">
                <a:solidFill>
                  <a:srgbClr val="000000"/>
                </a:solidFill>
                <a:latin typeface="Times New Roman"/>
                <a:cs typeface="Times New Roman"/>
              </a:rPr>
              <a:t>Semantic roles -- keep these stable across every figure in the paper</a:t>
            </a:r>
          </a:p>
        </p:txBody>
      </p:sp>
      <p:sp>
        <p:nvSpPr>
          <p:cNvPr id="4" name="Module 4"/>
          <p:cNvSpPr/>
          <p:nvPr/>
        </p:nvSpPr>
        <p:spPr>
          <a:xfrm>
            <a:off x="2222500" y="429260"/>
            <a:ext cx="939800" cy="195580"/>
          </a:xfrm>
          <a:prstGeom prst="roundRect">
            <a:avLst>
              <a:gd name="adj" fmla="val 16883"/>
            </a:avLst>
          </a:prstGeom>
          <a:solidFill>
            <a:srgbClr val="F2F2F2"/>
          </a:solidFill>
          <a:ln w="8255" cap="flat">
            <a:solidFill>
              <a:srgbClr val="000000"/>
            </a:solidFill>
            <a:miter lim="800000"/>
          </a:ln>
        </p:spPr>
        <p:txBody>
          <a:bodyPr rtlCol="0" anchor="ctr" wrap="none" lIns="0" tIns="0" rIns="0" bIns="0">
            <a:spAutoFit/>
          </a:bodyPr>
          <a:lstStyle/>
          <a:p>
            <a:pPr algn="ctr"/>
            <a:r>
              <a:rPr lang="en-US" sz="700" dirty="0">
                <a:solidFill>
                  <a:srgbClr val="000000"/>
                </a:solidFill>
                <a:latin typeface="Times New Roman"/>
                <a:cs typeface="Times New Roman"/>
              </a:rPr>
              <a:t>Input</a:t>
            </a:r>
          </a:p>
        </p:txBody>
      </p:sp>
      <p:sp>
        <p:nvSpPr>
          <p:cNvPr id="5" name="Module 5"/>
          <p:cNvSpPr/>
          <p:nvPr/>
        </p:nvSpPr>
        <p:spPr>
          <a:xfrm>
            <a:off x="3289300" y="429260"/>
            <a:ext cx="939800" cy="195580"/>
          </a:xfrm>
          <a:prstGeom prst="roundRect">
            <a:avLst>
              <a:gd name="adj" fmla="val 16883"/>
            </a:avLst>
          </a:prstGeom>
          <a:solidFill>
            <a:srgbClr val="DDEBF7"/>
          </a:solidFill>
          <a:ln w="8255" cap="flat">
            <a:solidFill>
              <a:srgbClr val="000000"/>
            </a:solidFill>
            <a:miter lim="800000"/>
          </a:ln>
        </p:spPr>
        <p:txBody>
          <a:bodyPr rtlCol="0" anchor="ctr" wrap="none" lIns="0" tIns="0" rIns="0" bIns="0">
            <a:spAutoFit/>
          </a:bodyPr>
          <a:lstStyle/>
          <a:p>
            <a:pPr algn="ctr"/>
            <a:r>
              <a:rPr lang="en-US" sz="700" dirty="0">
                <a:solidFill>
                  <a:srgbClr val="000000"/>
                </a:solidFill>
                <a:latin typeface="Times New Roman"/>
                <a:cs typeface="Times New Roman"/>
              </a:rPr>
              <a:t>Backbone</a:t>
            </a:r>
          </a:p>
        </p:txBody>
      </p:sp>
      <p:sp>
        <p:nvSpPr>
          <p:cNvPr id="6" name="Module 6"/>
          <p:cNvSpPr/>
          <p:nvPr/>
        </p:nvSpPr>
        <p:spPr>
          <a:xfrm>
            <a:off x="4356100" y="429260"/>
            <a:ext cx="939800" cy="195580"/>
          </a:xfrm>
          <a:prstGeom prst="roundRect">
            <a:avLst>
              <a:gd name="adj" fmla="val 16883"/>
            </a:avLst>
          </a:prstGeom>
          <a:solidFill>
            <a:srgbClr val="EBF1DF"/>
          </a:solidFill>
          <a:ln w="8255" cap="flat">
            <a:solidFill>
              <a:srgbClr val="000000"/>
            </a:solidFill>
            <a:miter lim="800000"/>
          </a:ln>
        </p:spPr>
        <p:txBody>
          <a:bodyPr rtlCol="0" anchor="ctr" wrap="none" lIns="0" tIns="0" rIns="0" bIns="0">
            <a:spAutoFit/>
          </a:bodyPr>
          <a:lstStyle/>
          <a:p>
            <a:pPr algn="ctr"/>
            <a:r>
              <a:rPr lang="en-US" sz="700" dirty="0">
                <a:solidFill>
                  <a:srgbClr val="000000"/>
                </a:solidFill>
                <a:latin typeface="Times New Roman"/>
                <a:cs typeface="Times New Roman"/>
              </a:rPr>
              <a:t>Encoder</a:t>
            </a:r>
          </a:p>
        </p:txBody>
      </p:sp>
      <p:sp>
        <p:nvSpPr>
          <p:cNvPr id="7" name="Module 7"/>
          <p:cNvSpPr/>
          <p:nvPr/>
        </p:nvSpPr>
        <p:spPr>
          <a:xfrm>
            <a:off x="5422900" y="429260"/>
            <a:ext cx="939800" cy="195580"/>
          </a:xfrm>
          <a:prstGeom prst="roundRect">
            <a:avLst>
              <a:gd name="adj" fmla="val 16883"/>
            </a:avLst>
          </a:prstGeom>
          <a:solidFill>
            <a:srgbClr val="B7DDE8"/>
          </a:solidFill>
          <a:ln w="8255" cap="flat">
            <a:solidFill>
              <a:srgbClr val="000000"/>
            </a:solidFill>
            <a:miter lim="800000"/>
          </a:ln>
        </p:spPr>
        <p:txBody>
          <a:bodyPr rtlCol="0" anchor="ctr" wrap="none" lIns="0" tIns="0" rIns="0" bIns="0">
            <a:spAutoFit/>
          </a:bodyPr>
          <a:lstStyle/>
          <a:p>
            <a:pPr algn="ctr"/>
            <a:r>
              <a:rPr lang="en-US" sz="700" dirty="0">
                <a:solidFill>
                  <a:srgbClr val="000000"/>
                </a:solidFill>
                <a:latin typeface="Times New Roman"/>
                <a:cs typeface="Times New Roman"/>
              </a:rPr>
              <a:t>Attention</a:t>
            </a:r>
          </a:p>
        </p:txBody>
      </p:sp>
      <p:sp>
        <p:nvSpPr>
          <p:cNvPr id="8" name="Module 8"/>
          <p:cNvSpPr/>
          <p:nvPr/>
        </p:nvSpPr>
        <p:spPr>
          <a:xfrm>
            <a:off x="2222500" y="739140"/>
            <a:ext cx="939800" cy="195580"/>
          </a:xfrm>
          <a:prstGeom prst="roundRect">
            <a:avLst>
              <a:gd name="adj" fmla="val 16883"/>
            </a:avLst>
          </a:prstGeom>
          <a:solidFill>
            <a:srgbClr val="FFE699"/>
          </a:solidFill>
          <a:ln w="8255" cap="flat">
            <a:solidFill>
              <a:srgbClr val="000000"/>
            </a:solidFill>
            <a:miter lim="800000"/>
          </a:ln>
        </p:spPr>
        <p:txBody>
          <a:bodyPr rtlCol="0" anchor="ctr" wrap="none" lIns="0" tIns="0" rIns="0" bIns="0">
            <a:spAutoFit/>
          </a:bodyPr>
          <a:lstStyle/>
          <a:p>
            <a:pPr algn="ctr"/>
            <a:r>
              <a:rPr lang="en-US" sz="700" dirty="0">
                <a:solidFill>
                  <a:srgbClr val="000000"/>
                </a:solidFill>
                <a:latin typeface="Times New Roman"/>
                <a:cs typeface="Times New Roman"/>
              </a:rPr>
              <a:t>Core</a:t>
            </a:r>
          </a:p>
        </p:txBody>
      </p:sp>
      <p:sp>
        <p:nvSpPr>
          <p:cNvPr id="9" name="Module 9"/>
          <p:cNvSpPr/>
          <p:nvPr/>
        </p:nvSpPr>
        <p:spPr>
          <a:xfrm>
            <a:off x="3289300" y="739140"/>
            <a:ext cx="939800" cy="195580"/>
          </a:xfrm>
          <a:prstGeom prst="roundRect">
            <a:avLst>
              <a:gd name="adj" fmla="val 16883"/>
            </a:avLst>
          </a:prstGeom>
          <a:solidFill>
            <a:srgbClr val="FBE5D6"/>
          </a:solidFill>
          <a:ln w="8255" cap="flat">
            <a:solidFill>
              <a:srgbClr val="000000"/>
            </a:solidFill>
            <a:miter lim="800000"/>
          </a:ln>
        </p:spPr>
        <p:txBody>
          <a:bodyPr rtlCol="0" anchor="ctr" wrap="none" lIns="0" tIns="0" rIns="0" bIns="0">
            <a:spAutoFit/>
          </a:bodyPr>
          <a:lstStyle/>
          <a:p>
            <a:pPr algn="ctr"/>
            <a:r>
              <a:rPr lang="en-US" sz="700" dirty="0">
                <a:solidFill>
                  <a:srgbClr val="000000"/>
                </a:solidFill>
                <a:latin typeface="Times New Roman"/>
                <a:cs typeface="Times New Roman"/>
              </a:rPr>
              <a:t>Temporal</a:t>
            </a:r>
          </a:p>
        </p:txBody>
      </p:sp>
      <p:sp>
        <p:nvSpPr>
          <p:cNvPr id="10" name="Module 10"/>
          <p:cNvSpPr/>
          <p:nvPr/>
        </p:nvSpPr>
        <p:spPr>
          <a:xfrm>
            <a:off x="4356100" y="739140"/>
            <a:ext cx="939800" cy="195580"/>
          </a:xfrm>
          <a:prstGeom prst="roundRect">
            <a:avLst>
              <a:gd name="adj" fmla="val 16883"/>
            </a:avLst>
          </a:prstGeom>
          <a:solidFill>
            <a:srgbClr val="F2DCDA"/>
          </a:solidFill>
          <a:ln w="8255" cap="flat">
            <a:solidFill>
              <a:srgbClr val="000000"/>
            </a:solidFill>
            <a:miter lim="800000"/>
          </a:ln>
        </p:spPr>
        <p:txBody>
          <a:bodyPr rtlCol="0" anchor="ctr" wrap="none" lIns="0" tIns="0" rIns="0" bIns="0">
            <a:spAutoFit/>
          </a:bodyPr>
          <a:lstStyle/>
          <a:p>
            <a:pPr algn="ctr"/>
            <a:r>
              <a:rPr lang="en-US" sz="700" dirty="0">
                <a:solidFill>
                  <a:srgbClr val="000000"/>
                </a:solidFill>
                <a:latin typeface="Times New Roman"/>
                <a:cs typeface="Times New Roman"/>
              </a:rPr>
              <a:t>Memory</a:t>
            </a:r>
          </a:p>
        </p:txBody>
      </p:sp>
      <p:sp>
        <p:nvSpPr>
          <p:cNvPr id="11" name="Module 11"/>
          <p:cNvSpPr/>
          <p:nvPr/>
        </p:nvSpPr>
        <p:spPr>
          <a:xfrm>
            <a:off x="5422900" y="739140"/>
            <a:ext cx="939800" cy="195580"/>
          </a:xfrm>
          <a:prstGeom prst="roundRect">
            <a:avLst>
              <a:gd name="adj" fmla="val 16883"/>
            </a:avLst>
          </a:prstGeom>
          <a:solidFill>
            <a:srgbClr val="EEEAF2"/>
          </a:solidFill>
          <a:ln w="8255" cap="flat">
            <a:solidFill>
              <a:srgbClr val="000000"/>
            </a:solidFill>
            <a:miter lim="800000"/>
          </a:ln>
        </p:spPr>
        <p:txBody>
          <a:bodyPr rtlCol="0" anchor="ctr" wrap="none" lIns="0" tIns="0" rIns="0" bIns="0">
            <a:spAutoFit/>
          </a:bodyPr>
          <a:lstStyle/>
          <a:p>
            <a:pPr algn="ctr"/>
            <a:r>
              <a:rPr lang="en-US" sz="700" dirty="0">
                <a:solidFill>
                  <a:srgbClr val="000000"/>
                </a:solidFill>
                <a:latin typeface="Times New Roman"/>
                <a:cs typeface="Times New Roman"/>
              </a:rPr>
              <a:t>Decoder</a:t>
            </a:r>
          </a:p>
        </p:txBody>
      </p:sp>
      <p:sp>
        <p:nvSpPr>
          <p:cNvPr id="12" name="Module 12"/>
          <p:cNvSpPr/>
          <p:nvPr/>
        </p:nvSpPr>
        <p:spPr>
          <a:xfrm>
            <a:off x="2222500" y="1049020"/>
            <a:ext cx="939800" cy="195580"/>
          </a:xfrm>
          <a:prstGeom prst="roundRect">
            <a:avLst>
              <a:gd name="adj" fmla="val 16883"/>
            </a:avLst>
          </a:prstGeom>
          <a:solidFill>
            <a:srgbClr val="DBEEF3"/>
          </a:solidFill>
          <a:ln w="8255" cap="flat">
            <a:solidFill>
              <a:srgbClr val="000000"/>
            </a:solidFill>
            <a:miter lim="800000"/>
          </a:ln>
        </p:spPr>
        <p:txBody>
          <a:bodyPr rtlCol="0" anchor="ctr" wrap="none" lIns="0" tIns="0" rIns="0" bIns="0">
            <a:spAutoFit/>
          </a:bodyPr>
          <a:lstStyle/>
          <a:p>
            <a:pPr algn="ctr"/>
            <a:r>
              <a:rPr lang="en-US" sz="700" dirty="0">
                <a:solidFill>
                  <a:srgbClr val="000000"/>
                </a:solidFill>
                <a:latin typeface="Times New Roman"/>
                <a:cs typeface="Times New Roman"/>
              </a:rPr>
              <a:t>Output</a:t>
            </a:r>
          </a:p>
        </p:txBody>
      </p:sp>
      <p:sp>
        <p:nvSpPr>
          <p:cNvPr id="13" name="Module 13"/>
          <p:cNvSpPr/>
          <p:nvPr/>
        </p:nvSpPr>
        <p:spPr>
          <a:xfrm>
            <a:off x="3289300" y="1049020"/>
            <a:ext cx="939800" cy="195580"/>
          </a:xfrm>
          <a:prstGeom prst="roundRect">
            <a:avLst>
              <a:gd name="adj" fmla="val 16883"/>
            </a:avLst>
          </a:prstGeom>
          <a:solidFill>
            <a:srgbClr val="D6EDE7"/>
          </a:solidFill>
          <a:ln w="8255" cap="flat">
            <a:solidFill>
              <a:srgbClr val="000000"/>
            </a:solidFill>
            <a:miter lim="800000"/>
          </a:ln>
        </p:spPr>
        <p:txBody>
          <a:bodyPr rtlCol="0" anchor="ctr" wrap="none" lIns="0" tIns="0" rIns="0" bIns="0">
            <a:spAutoFit/>
          </a:bodyPr>
          <a:lstStyle/>
          <a:p>
            <a:pPr algn="ctr"/>
            <a:r>
              <a:rPr lang="en-US" sz="700" dirty="0">
                <a:solidFill>
                  <a:srgbClr val="000000"/>
                </a:solidFill>
                <a:latin typeface="Times New Roman"/>
                <a:cs typeface="Times New Roman"/>
              </a:rPr>
              <a:t>Aux</a:t>
            </a:r>
          </a:p>
        </p:txBody>
      </p:sp>
      <p:sp>
        <p:nvSpPr>
          <p:cNvPr id="14" name="Module 14"/>
          <p:cNvSpPr/>
          <p:nvPr/>
        </p:nvSpPr>
        <p:spPr>
          <a:xfrm>
            <a:off x="4356100" y="1049020"/>
            <a:ext cx="939800" cy="195580"/>
          </a:xfrm>
          <a:prstGeom prst="roundRect">
            <a:avLst>
              <a:gd name="adj" fmla="val 16883"/>
            </a:avLst>
          </a:prstGeom>
          <a:solidFill>
            <a:srgbClr val="F2F2F2"/>
          </a:solidFill>
          <a:ln w="8255" cap="flat">
            <a:solidFill>
              <a:srgbClr val="000000"/>
            </a:solidFill>
            <a:miter lim="800000"/>
          </a:ln>
        </p:spPr>
        <p:txBody>
          <a:bodyPr rtlCol="0" anchor="ctr" wrap="none" lIns="0" tIns="0" rIns="0" bIns="0">
            <a:spAutoFit/>
          </a:bodyPr>
          <a:lstStyle/>
          <a:p>
            <a:pPr algn="ctr"/>
            <a:r>
              <a:rPr lang="en-US" sz="700" dirty="0">
                <a:solidFill>
                  <a:srgbClr val="000000"/>
                </a:solidFill>
                <a:latin typeface="Times New Roman"/>
                <a:cs typeface="Times New Roman"/>
              </a:rPr>
              <a:t>Baseline</a:t>
            </a:r>
          </a:p>
        </p:txBody>
      </p:sp>
      <p:sp>
        <p:nvSpPr>
          <p:cNvPr id="15" name="Module 15"/>
          <p:cNvSpPr/>
          <p:nvPr/>
        </p:nvSpPr>
        <p:spPr>
          <a:xfrm>
            <a:off x="5422900" y="1049020"/>
            <a:ext cx="939800" cy="195580"/>
          </a:xfrm>
          <a:prstGeom prst="roundRect">
            <a:avLst>
              <a:gd name="adj" fmla="val 16883"/>
            </a:avLst>
          </a:prstGeom>
          <a:solidFill>
            <a:srgbClr val="F7F7F7"/>
          </a:solidFill>
          <a:ln w="8255" cap="flat">
            <a:solidFill>
              <a:srgbClr val="000000"/>
            </a:solidFill>
            <a:miter lim="800000"/>
          </a:ln>
        </p:spPr>
        <p:txBody>
          <a:bodyPr rtlCol="0" anchor="ctr" wrap="none" lIns="0" tIns="0" rIns="0" bIns="0">
            <a:spAutoFit/>
          </a:bodyPr>
          <a:lstStyle/>
          <a:p>
            <a:pPr algn="ctr"/>
            <a:r>
              <a:rPr lang="en-US" sz="700" dirty="0">
                <a:solidFill>
                  <a:srgbClr val="000000"/>
                </a:solidFill>
                <a:latin typeface="Times New Roman"/>
                <a:cs typeface="Times New Roman"/>
              </a:rPr>
              <a:t>Neutral</a:t>
            </a:r>
          </a:p>
        </p:txBody>
      </p:sp>
      <p:sp>
        <p:nvSpPr>
          <p:cNvPr id="16" name="Stage 16"/>
          <p:cNvSpPr/>
          <p:nvPr/>
        </p:nvSpPr>
        <p:spPr>
          <a:xfrm>
            <a:off x="2438375" y="1724660"/>
            <a:ext cx="3708443" cy="2550160"/>
          </a:xfrm>
          <a:prstGeom prst="roundRect">
            <a:avLst>
              <a:gd name="adj" fmla="val 1294"/>
            </a:avLst>
          </a:prstGeom>
          <a:noFill/>
          <a:ln w="6985" cap="flat">
            <a:solidFill>
              <a:srgbClr val="A5A5A5"/>
            </a:solidFill>
            <a:prstDash val="dash"/>
            <a:miter lim="800000"/>
          </a:ln>
        </p:spPr>
        <p:txBody>
          <a:bodyPr rtlCol="0" anchor="ctr" wrap="none" lIns="0" tIns="0" rIns="0" bIns="0"/>
          <a:lstStyle/>
          <a:p>
            <a:endParaRPr lang="en-US"/>
          </a:p>
        </p:txBody>
      </p:sp>
      <p:sp>
        <p:nvSpPr>
          <p:cNvPr id="17" name="StageTitle 17"/>
          <p:cNvSpPr txBox="1"/>
          <p:nvPr/>
        </p:nvSpPr>
        <p:spPr>
          <a:xfrm>
            <a:off x="2438375" y="1574800"/>
            <a:ext cx="3708443" cy="124460"/>
          </a:xfrm>
          <a:prstGeom prst="rect">
            <a:avLst/>
          </a:prstGeom>
          <a:noFill/>
        </p:spPr>
        <p:txBody>
          <a:bodyPr rtlCol="0" anchor="ctr" wrap="none" lIns="0" tIns="0" rIns="0" bIns="0">
            <a:spAutoFit/>
          </a:bodyPr>
          <a:lstStyle/>
          <a:p>
            <a:pPr algn="l"/>
            <a:r>
              <a:rPr lang="en-US" sz="780" b="1" dirty="0">
                <a:solidFill>
                  <a:srgbClr val="000000"/>
                </a:solidFill>
                <a:latin typeface="Times New Roman"/>
                <a:cs typeface="Times New Roman"/>
              </a:rPr>
              <a:t>Shape vocabulary</a:t>
            </a:r>
          </a:p>
        </p:txBody>
      </p:sp>
      <p:sp>
        <p:nvSpPr>
          <p:cNvPr id="18" name="Module 18"/>
          <p:cNvSpPr/>
          <p:nvPr/>
        </p:nvSpPr>
        <p:spPr>
          <a:xfrm>
            <a:off x="2772969" y="1826260"/>
            <a:ext cx="624789" cy="297180"/>
          </a:xfrm>
          <a:prstGeom prst="roundRect">
            <a:avLst>
              <a:gd name="adj" fmla="val 11111"/>
            </a:avLst>
          </a:prstGeom>
          <a:solidFill>
            <a:srgbClr val="B7DDE8"/>
          </a:solidFill>
          <a:ln w="8255" cap="flat">
            <a:solidFill>
              <a:srgbClr val="000000"/>
            </a:solidFill>
            <a:miter lim="800000"/>
          </a:ln>
        </p:spPr>
        <p:txBody>
          <a:bodyPr rtlCol="0" anchor="ctr" wrap="none" lIns="0" tIns="0" rIns="0" bIns="0">
            <a:spAutoFit/>
          </a:bodyPr>
          <a:lstStyle/>
          <a:p>
            <a:pPr algn="ctr"/>
            <a:r>
              <a:rPr lang="en-US" sz="700" dirty="0">
                <a:solidFill>
                  <a:srgbClr val="000000"/>
                </a:solidFill>
                <a:latin typeface="Times New Roman"/>
                <a:cs typeface="Times New Roman"/>
              </a:rPr>
              <a:t>Module Box</a:t>
            </a:r>
          </a:p>
        </p:txBody>
      </p:sp>
      <p:sp>
        <p:nvSpPr>
          <p:cNvPr id="19" name="Caption 19"/>
          <p:cNvSpPr txBox="1"/>
          <p:nvPr/>
        </p:nvSpPr>
        <p:spPr>
          <a:xfrm>
            <a:off x="2772969" y="2161540"/>
            <a:ext cx="624789" cy="86360"/>
          </a:xfrm>
          <a:prstGeom prst="rect">
            <a:avLst/>
          </a:prstGeom>
          <a:noFill/>
        </p:spPr>
        <p:txBody>
          <a:bodyPr rtlCol="0" anchor="ctr" wrap="none" lIns="0" tIns="0" rIns="0" bIns="0">
            <a:spAutoFit/>
          </a:bodyPr>
          <a:lstStyle/>
          <a:p>
            <a:pPr algn="ctr"/>
            <a:r>
              <a:rPr lang="en-US" sz="580" dirty="0">
                <a:solidFill>
                  <a:srgbClr val="000000"/>
                </a:solidFill>
                <a:latin typeface="Times New Roman"/>
                <a:cs typeface="Times New Roman"/>
              </a:rPr>
              <a:t>box</a:t>
            </a:r>
          </a:p>
        </p:txBody>
      </p:sp>
      <p:sp>
        <p:nvSpPr>
          <p:cNvPr id="20" name="Shape 20"/>
          <p:cNvSpPr/>
          <p:nvPr/>
        </p:nvSpPr>
        <p:spPr>
          <a:xfrm>
            <a:off x="3575558" y="1826260"/>
            <a:ext cx="588315" cy="297180"/>
          </a:xfrm>
          <a:custGeom>
            <a:avLst/>
            <a:gdLst/>
            <a:ahLst/>
            <a:cxnLst/>
            <a:rect l="0" t="0" r="r" b="b"/>
            <a:pathLst>
              <a:path w="588315" h="297180">
                <a:moveTo>
                  <a:pt x="0" y="0"/>
                </a:moveTo>
                <a:lnTo>
                  <a:pt x="588315" y="65380"/>
                </a:lnTo>
                <a:lnTo>
                  <a:pt x="588315" y="231800"/>
                </a:lnTo>
                <a:lnTo>
                  <a:pt x="0" y="297180"/>
                </a:lnTo>
                <a:close/>
              </a:path>
            </a:pathLst>
          </a:custGeom>
          <a:solidFill>
            <a:srgbClr val="B7DDE8"/>
          </a:solidFill>
          <a:ln w="8255" cap="flat">
            <a:solidFill>
              <a:srgbClr val="000000"/>
            </a:solidFill>
            <a:miter lim="800000"/>
          </a:ln>
        </p:spPr>
        <p:txBody>
          <a:bodyPr rtlCol="0" anchor="ctr" wrap="none" lIns="0" tIns="0" rIns="0" bIns="0">
            <a:spAutoFit/>
          </a:bodyPr>
          <a:lstStyle/>
          <a:p>
            <a:pPr algn="ctr"/>
            <a:r>
              <a:rPr lang="en-US" sz="700" dirty="0">
                <a:solidFill>
                  <a:srgbClr val="000000"/>
                </a:solidFill>
                <a:latin typeface="Times New Roman"/>
                <a:cs typeface="Times New Roman"/>
              </a:rPr>
              <a:t>Encoder</a:t>
            </a:r>
          </a:p>
        </p:txBody>
      </p:sp>
      <p:sp>
        <p:nvSpPr>
          <p:cNvPr id="21" name="Caption 21"/>
          <p:cNvSpPr txBox="1"/>
          <p:nvPr/>
        </p:nvSpPr>
        <p:spPr>
          <a:xfrm>
            <a:off x="3575558" y="2161540"/>
            <a:ext cx="588315" cy="86360"/>
          </a:xfrm>
          <a:prstGeom prst="rect">
            <a:avLst/>
          </a:prstGeom>
          <a:noFill/>
        </p:spPr>
        <p:txBody>
          <a:bodyPr rtlCol="0" anchor="ctr" wrap="none" lIns="0" tIns="0" rIns="0" bIns="0">
            <a:spAutoFit/>
          </a:bodyPr>
          <a:lstStyle/>
          <a:p>
            <a:pPr algn="ctr"/>
            <a:r>
              <a:rPr lang="en-US" sz="580" dirty="0">
                <a:solidFill>
                  <a:srgbClr val="000000"/>
                </a:solidFill>
                <a:latin typeface="Times New Roman"/>
                <a:cs typeface="Times New Roman"/>
              </a:rPr>
              <a:t>trapezoid</a:t>
            </a:r>
          </a:p>
        </p:txBody>
      </p:sp>
      <p:sp>
        <p:nvSpPr>
          <p:cNvPr id="22" name="Shape 22"/>
          <p:cNvSpPr/>
          <p:nvPr/>
        </p:nvSpPr>
        <p:spPr>
          <a:xfrm>
            <a:off x="4341673" y="1826260"/>
            <a:ext cx="593204" cy="297180"/>
          </a:xfrm>
          <a:custGeom>
            <a:avLst/>
            <a:gdLst/>
            <a:ahLst/>
            <a:cxnLst/>
            <a:rect l="0" t="0" r="r" b="b"/>
            <a:pathLst>
              <a:path w="593204" h="297180">
                <a:moveTo>
                  <a:pt x="0" y="65380"/>
                </a:moveTo>
                <a:lnTo>
                  <a:pt x="593204" y="0"/>
                </a:lnTo>
                <a:lnTo>
                  <a:pt x="593204" y="297180"/>
                </a:lnTo>
                <a:lnTo>
                  <a:pt x="0" y="231800"/>
                </a:lnTo>
                <a:close/>
              </a:path>
            </a:pathLst>
          </a:custGeom>
          <a:solidFill>
            <a:srgbClr val="B7DDE8"/>
          </a:solidFill>
          <a:ln w="8255" cap="flat">
            <a:solidFill>
              <a:srgbClr val="000000"/>
            </a:solidFill>
            <a:miter lim="800000"/>
          </a:ln>
        </p:spPr>
        <p:txBody>
          <a:bodyPr rtlCol="0" anchor="ctr" wrap="none" lIns="0" tIns="0" rIns="0" bIns="0">
            <a:spAutoFit/>
          </a:bodyPr>
          <a:lstStyle/>
          <a:p>
            <a:pPr algn="ctr"/>
            <a:r>
              <a:rPr lang="en-US" sz="700" dirty="0">
                <a:solidFill>
                  <a:srgbClr val="000000"/>
                </a:solidFill>
                <a:latin typeface="Times New Roman"/>
                <a:cs typeface="Times New Roman"/>
              </a:rPr>
              <a:t>Decoder</a:t>
            </a:r>
          </a:p>
        </p:txBody>
      </p:sp>
      <p:sp>
        <p:nvSpPr>
          <p:cNvPr id="23" name="Caption 23"/>
          <p:cNvSpPr txBox="1"/>
          <p:nvPr/>
        </p:nvSpPr>
        <p:spPr>
          <a:xfrm>
            <a:off x="4341673" y="2161540"/>
            <a:ext cx="593204" cy="86360"/>
          </a:xfrm>
          <a:prstGeom prst="rect">
            <a:avLst/>
          </a:prstGeom>
          <a:noFill/>
        </p:spPr>
        <p:txBody>
          <a:bodyPr rtlCol="0" anchor="ctr" wrap="none" lIns="0" tIns="0" rIns="0" bIns="0">
            <a:spAutoFit/>
          </a:bodyPr>
          <a:lstStyle/>
          <a:p>
            <a:pPr algn="ctr"/>
            <a:r>
              <a:rPr lang="en-US" sz="580" dirty="0">
                <a:solidFill>
                  <a:srgbClr val="000000"/>
                </a:solidFill>
                <a:latin typeface="Times New Roman"/>
                <a:cs typeface="Times New Roman"/>
              </a:rPr>
              <a:t>invtrapezoid</a:t>
            </a:r>
          </a:p>
        </p:txBody>
      </p:sp>
      <p:sp>
        <p:nvSpPr>
          <p:cNvPr id="24" name="Shape 24"/>
          <p:cNvSpPr/>
          <p:nvPr/>
        </p:nvSpPr>
        <p:spPr>
          <a:xfrm>
            <a:off x="5112677" y="1826260"/>
            <a:ext cx="345643" cy="297180"/>
          </a:xfrm>
          <a:custGeom>
            <a:avLst/>
            <a:gdLst/>
            <a:ahLst/>
            <a:cxnLst/>
            <a:rect l="0" t="0" r="r" b="b"/>
            <a:pathLst>
              <a:path w="345643" h="297180">
                <a:moveTo>
                  <a:pt x="55303" y="0"/>
                </a:moveTo>
                <a:lnTo>
                  <a:pt x="290340" y="0"/>
                </a:lnTo>
                <a:lnTo>
                  <a:pt x="345643" y="148590"/>
                </a:lnTo>
                <a:lnTo>
                  <a:pt x="290340" y="297180"/>
                </a:lnTo>
                <a:lnTo>
                  <a:pt x="55303" y="297180"/>
                </a:lnTo>
                <a:lnTo>
                  <a:pt x="0" y="148590"/>
                </a:lnTo>
                <a:close/>
              </a:path>
            </a:pathLst>
          </a:custGeom>
          <a:solidFill>
            <a:srgbClr val="B7DDE8"/>
          </a:solidFill>
          <a:ln w="8255" cap="flat">
            <a:solidFill>
              <a:srgbClr val="000000"/>
            </a:solidFill>
            <a:miter lim="800000"/>
          </a:ln>
        </p:spPr>
        <p:txBody>
          <a:bodyPr rtlCol="0" anchor="ctr" wrap="none" lIns="0" tIns="0" rIns="0" bIns="0">
            <a:spAutoFit/>
          </a:bodyPr>
          <a:lstStyle/>
          <a:p>
            <a:pPr algn="ctr"/>
            <a:r>
              <a:rPr lang="en-US" sz="700" dirty="0">
                <a:solidFill>
                  <a:srgbClr val="000000"/>
                </a:solidFill>
                <a:latin typeface="Times New Roman"/>
                <a:cs typeface="Times New Roman"/>
              </a:rPr>
              <a:t>Gate</a:t>
            </a:r>
          </a:p>
        </p:txBody>
      </p:sp>
      <p:sp>
        <p:nvSpPr>
          <p:cNvPr id="25" name="Caption 25"/>
          <p:cNvSpPr txBox="1"/>
          <p:nvPr/>
        </p:nvSpPr>
        <p:spPr>
          <a:xfrm>
            <a:off x="5112677" y="2161540"/>
            <a:ext cx="345643" cy="86360"/>
          </a:xfrm>
          <a:prstGeom prst="rect">
            <a:avLst/>
          </a:prstGeom>
          <a:noFill/>
        </p:spPr>
        <p:txBody>
          <a:bodyPr rtlCol="0" anchor="ctr" wrap="none" lIns="0" tIns="0" rIns="0" bIns="0">
            <a:spAutoFit/>
          </a:bodyPr>
          <a:lstStyle/>
          <a:p>
            <a:pPr algn="ctr"/>
            <a:r>
              <a:rPr lang="en-US" sz="580" dirty="0">
                <a:solidFill>
                  <a:srgbClr val="000000"/>
                </a:solidFill>
                <a:latin typeface="Times New Roman"/>
                <a:cs typeface="Times New Roman"/>
              </a:rPr>
              <a:t>hexagon</a:t>
            </a:r>
          </a:p>
        </p:txBody>
      </p:sp>
      <p:sp>
        <p:nvSpPr>
          <p:cNvPr id="26" name="Shape 26"/>
          <p:cNvSpPr/>
          <p:nvPr/>
        </p:nvSpPr>
        <p:spPr>
          <a:xfrm>
            <a:off x="5636120" y="1826260"/>
            <a:ext cx="409108" cy="297180"/>
          </a:xfrm>
          <a:custGeom>
            <a:avLst/>
            <a:gdLst/>
            <a:ahLst/>
            <a:cxnLst/>
            <a:rect l="0" t="0" r="r" b="b"/>
            <a:pathLst>
              <a:path w="409108" h="297180">
                <a:moveTo>
                  <a:pt x="83210" y="0"/>
                </a:moveTo>
                <a:lnTo>
                  <a:pt x="409108" y="0"/>
                </a:lnTo>
                <a:lnTo>
                  <a:pt x="325897" y="297180"/>
                </a:lnTo>
                <a:lnTo>
                  <a:pt x="0" y="297180"/>
                </a:lnTo>
                <a:close/>
              </a:path>
            </a:pathLst>
          </a:custGeom>
          <a:solidFill>
            <a:srgbClr val="B7DDE8"/>
          </a:solidFill>
          <a:ln w="8255" cap="flat">
            <a:solidFill>
              <a:srgbClr val="000000"/>
            </a:solidFill>
            <a:miter lim="800000"/>
          </a:ln>
        </p:spPr>
        <p:txBody>
          <a:bodyPr rtlCol="0" anchor="ctr" wrap="none" lIns="0" tIns="0" rIns="0" bIns="0">
            <a:spAutoFit/>
          </a:bodyPr>
          <a:lstStyle/>
          <a:p>
            <a:pPr algn="ctr"/>
            <a:r>
              <a:rPr lang="en-US" sz="700" dirty="0">
                <a:solidFill>
                  <a:srgbClr val="000000"/>
                </a:solidFill>
                <a:latin typeface="Times New Roman"/>
                <a:cs typeface="Times New Roman"/>
              </a:rPr>
              <a:t>Data</a:t>
            </a:r>
          </a:p>
        </p:txBody>
      </p:sp>
      <p:sp>
        <p:nvSpPr>
          <p:cNvPr id="27" name="Caption 27"/>
          <p:cNvSpPr txBox="1"/>
          <p:nvPr/>
        </p:nvSpPr>
        <p:spPr>
          <a:xfrm>
            <a:off x="5636120" y="2161540"/>
            <a:ext cx="409108" cy="86360"/>
          </a:xfrm>
          <a:prstGeom prst="rect">
            <a:avLst/>
          </a:prstGeom>
          <a:noFill/>
        </p:spPr>
        <p:txBody>
          <a:bodyPr rtlCol="0" anchor="ctr" wrap="none" lIns="0" tIns="0" rIns="0" bIns="0">
            <a:spAutoFit/>
          </a:bodyPr>
          <a:lstStyle/>
          <a:p>
            <a:pPr algn="ctr"/>
            <a:r>
              <a:rPr lang="en-US" sz="580" dirty="0">
                <a:solidFill>
                  <a:srgbClr val="000000"/>
                </a:solidFill>
                <a:latin typeface="Times New Roman"/>
                <a:cs typeface="Times New Roman"/>
              </a:rPr>
              <a:t>parallelogram</a:t>
            </a:r>
          </a:p>
        </p:txBody>
      </p:sp>
      <p:sp>
        <p:nvSpPr>
          <p:cNvPr id="28" name="Shape 28"/>
          <p:cNvSpPr/>
          <p:nvPr/>
        </p:nvSpPr>
        <p:spPr>
          <a:xfrm>
            <a:off x="2539975" y="2651760"/>
            <a:ext cx="703732" cy="195580"/>
          </a:xfrm>
          <a:custGeom>
            <a:avLst/>
            <a:gdLst/>
            <a:ahLst/>
            <a:cxnLst/>
            <a:rect l="0" t="0" r="r" b="b"/>
            <a:pathLst>
              <a:path w="703732" h="195580">
                <a:moveTo>
                  <a:pt x="0" y="0"/>
                </a:moveTo>
                <a:lnTo>
                  <a:pt x="614832" y="0"/>
                </a:lnTo>
                <a:lnTo>
                  <a:pt x="703732" y="97790"/>
                </a:lnTo>
                <a:lnTo>
                  <a:pt x="614832" y="195580"/>
                </a:lnTo>
                <a:lnTo>
                  <a:pt x="0" y="195580"/>
                </a:lnTo>
                <a:close/>
              </a:path>
            </a:pathLst>
          </a:custGeom>
          <a:solidFill>
            <a:srgbClr val="B7DDE8"/>
          </a:solidFill>
          <a:ln w="8255" cap="flat">
            <a:solidFill>
              <a:srgbClr val="000000"/>
            </a:solidFill>
            <a:miter lim="800000"/>
          </a:ln>
        </p:spPr>
        <p:txBody>
          <a:bodyPr rtlCol="0" anchor="ctr" wrap="none" lIns="0" tIns="0" rIns="0" bIns="0">
            <a:spAutoFit/>
          </a:bodyPr>
          <a:lstStyle/>
          <a:p>
            <a:pPr algn="ctr"/>
            <a:r>
              <a:rPr lang="en-US" sz="700" dirty="0">
                <a:solidFill>
                  <a:srgbClr val="000000"/>
                </a:solidFill>
                <a:latin typeface="Times New Roman"/>
                <a:cs typeface="Times New Roman"/>
              </a:rPr>
              <a:t>Memory Op</a:t>
            </a:r>
          </a:p>
        </p:txBody>
      </p:sp>
      <p:sp>
        <p:nvSpPr>
          <p:cNvPr id="29" name="Caption 29"/>
          <p:cNvSpPr txBox="1"/>
          <p:nvPr/>
        </p:nvSpPr>
        <p:spPr>
          <a:xfrm>
            <a:off x="2539975" y="2885440"/>
            <a:ext cx="703732" cy="86360"/>
          </a:xfrm>
          <a:prstGeom prst="rect">
            <a:avLst/>
          </a:prstGeom>
          <a:noFill/>
        </p:spPr>
        <p:txBody>
          <a:bodyPr rtlCol="0" anchor="ctr" wrap="none" lIns="0" tIns="0" rIns="0" bIns="0">
            <a:spAutoFit/>
          </a:bodyPr>
          <a:lstStyle/>
          <a:p>
            <a:pPr algn="ctr"/>
            <a:r>
              <a:rPr lang="en-US" sz="580" dirty="0">
                <a:solidFill>
                  <a:srgbClr val="000000"/>
                </a:solidFill>
                <a:latin typeface="Times New Roman"/>
                <a:cs typeface="Times New Roman"/>
              </a:rPr>
              <a:t>chevron</a:t>
            </a:r>
          </a:p>
        </p:txBody>
      </p:sp>
      <p:sp>
        <p:nvSpPr>
          <p:cNvPr id="30" name="Shape 30"/>
          <p:cNvSpPr/>
          <p:nvPr/>
        </p:nvSpPr>
        <p:spPr>
          <a:xfrm>
            <a:off x="3421507" y="2517140"/>
            <a:ext cx="787400" cy="330200"/>
          </a:xfrm>
          <a:custGeom>
            <a:avLst/>
            <a:gdLst/>
            <a:ahLst/>
            <a:cxnLst/>
            <a:rect l="0" t="0" r="r" b="b"/>
            <a:pathLst>
              <a:path w="787400" h="330200">
                <a:moveTo>
                  <a:pt x="267716" y="0"/>
                </a:moveTo>
                <a:lnTo>
                  <a:pt x="787400" y="0"/>
                </a:lnTo>
                <a:lnTo>
                  <a:pt x="519684" y="330200"/>
                </a:lnTo>
                <a:lnTo>
                  <a:pt x="0" y="330200"/>
                </a:lnTo>
                <a:close/>
              </a:path>
            </a:pathLst>
          </a:custGeom>
          <a:solidFill>
            <a:srgbClr val="B7DDE8"/>
          </a:solidFill>
          <a:ln w="8255" cap="flat">
            <a:solidFill>
              <a:srgbClr val="000000"/>
            </a:solidFill>
            <a:miter lim="800000"/>
          </a:ln>
        </p:spPr>
        <p:txBody>
          <a:bodyPr rtlCol="0" anchor="ctr" wrap="none" lIns="0" tIns="0" rIns="0" bIns="0"/>
          <a:lstStyle/>
          <a:p>
            <a:endParaRPr lang="en-US"/>
          </a:p>
        </p:txBody>
      </p:sp>
      <p:sp>
        <p:nvSpPr>
          <p:cNvPr id="31" name="Caption 31"/>
          <p:cNvSpPr txBox="1"/>
          <p:nvPr/>
        </p:nvSpPr>
        <p:spPr>
          <a:xfrm>
            <a:off x="3421507" y="2885440"/>
            <a:ext cx="787400" cy="86360"/>
          </a:xfrm>
          <a:prstGeom prst="rect">
            <a:avLst/>
          </a:prstGeom>
          <a:noFill/>
        </p:spPr>
        <p:txBody>
          <a:bodyPr rtlCol="0" anchor="ctr" wrap="none" lIns="0" tIns="0" rIns="0" bIns="0">
            <a:spAutoFit/>
          </a:bodyPr>
          <a:lstStyle/>
          <a:p>
            <a:pPr algn="ctr"/>
            <a:r>
              <a:rPr lang="en-US" sz="580" dirty="0">
                <a:solidFill>
                  <a:srgbClr val="000000"/>
                </a:solidFill>
                <a:latin typeface="Times New Roman"/>
                <a:cs typeface="Times New Roman"/>
              </a:rPr>
              <a:t>plane</a:t>
            </a:r>
          </a:p>
        </p:txBody>
      </p:sp>
      <p:sp>
        <p:nvSpPr>
          <p:cNvPr id="32" name="CubeFace 32"/>
          <p:cNvSpPr/>
          <p:nvPr/>
        </p:nvSpPr>
        <p:spPr>
          <a:xfrm>
            <a:off x="4386707" y="2466340"/>
            <a:ext cx="381000" cy="381000"/>
          </a:xfrm>
          <a:prstGeom prst="rect">
            <a:avLst/>
          </a:prstGeom>
          <a:solidFill>
            <a:srgbClr val="B7DDE8"/>
          </a:solidFill>
          <a:ln w="8255" cap="flat">
            <a:solidFill>
              <a:srgbClr val="000000"/>
            </a:solidFill>
            <a:miter lim="800000"/>
          </a:ln>
        </p:spPr>
        <p:txBody>
          <a:bodyPr rtlCol="0" anchor="ctr" wrap="none" lIns="0" tIns="0" rIns="0" bIns="0"/>
          <a:lstStyle/>
          <a:p>
            <a:endParaRPr lang="en-US"/>
          </a:p>
        </p:txBody>
      </p:sp>
      <p:sp>
        <p:nvSpPr>
          <p:cNvPr id="33" name="CubeTop 33"/>
          <p:cNvSpPr/>
          <p:nvPr/>
        </p:nvSpPr>
        <p:spPr>
          <a:xfrm>
            <a:off x="4386707" y="2393188"/>
            <a:ext cx="454152" cy="73152"/>
          </a:xfrm>
          <a:custGeom>
            <a:avLst/>
            <a:gdLst/>
            <a:ahLst/>
            <a:cxnLst/>
            <a:rect l="0" t="0" r="r" b="b"/>
            <a:pathLst>
              <a:path w="454152" h="73152">
                <a:moveTo>
                  <a:pt x="0" y="73152"/>
                </a:moveTo>
                <a:lnTo>
                  <a:pt x="73152" y="0"/>
                </a:lnTo>
                <a:lnTo>
                  <a:pt x="454152" y="0"/>
                </a:lnTo>
                <a:lnTo>
                  <a:pt x="381000" y="73152"/>
                </a:lnTo>
                <a:close/>
              </a:path>
            </a:pathLst>
          </a:custGeom>
          <a:solidFill>
            <a:srgbClr val="C2E2EB"/>
          </a:solidFill>
          <a:ln w="8255" cap="flat">
            <a:solidFill>
              <a:srgbClr val="000000"/>
            </a:solidFill>
            <a:miter lim="800000"/>
          </a:ln>
        </p:spPr>
        <p:txBody>
          <a:bodyPr rtlCol="0" anchor="ctr" wrap="none" lIns="0" tIns="0" rIns="0" bIns="0"/>
          <a:lstStyle/>
          <a:p>
            <a:endParaRPr lang="en-US"/>
          </a:p>
        </p:txBody>
      </p:sp>
      <p:sp>
        <p:nvSpPr>
          <p:cNvPr id="34" name="CubeSide 34"/>
          <p:cNvSpPr/>
          <p:nvPr/>
        </p:nvSpPr>
        <p:spPr>
          <a:xfrm>
            <a:off x="4767707" y="2393188"/>
            <a:ext cx="73152" cy="454152"/>
          </a:xfrm>
          <a:custGeom>
            <a:avLst/>
            <a:gdLst/>
            <a:ahLst/>
            <a:cxnLst/>
            <a:rect l="0" t="0" r="r" b="b"/>
            <a:pathLst>
              <a:path w="73152" h="454152">
                <a:moveTo>
                  <a:pt x="0" y="73152"/>
                </a:moveTo>
                <a:lnTo>
                  <a:pt x="73152" y="0"/>
                </a:lnTo>
                <a:lnTo>
                  <a:pt x="73152" y="381000"/>
                </a:lnTo>
                <a:lnTo>
                  <a:pt x="0" y="454152"/>
                </a:lnTo>
                <a:close/>
              </a:path>
            </a:pathLst>
          </a:custGeom>
          <a:solidFill>
            <a:srgbClr val="A4C6D0"/>
          </a:solidFill>
          <a:ln w="8255" cap="flat">
            <a:solidFill>
              <a:srgbClr val="000000"/>
            </a:solidFill>
            <a:miter lim="800000"/>
          </a:ln>
        </p:spPr>
        <p:txBody>
          <a:bodyPr rtlCol="0" anchor="ctr" wrap="none" lIns="0" tIns="0" rIns="0" bIns="0"/>
          <a:lstStyle/>
          <a:p>
            <a:endParaRPr lang="en-US"/>
          </a:p>
        </p:txBody>
      </p:sp>
      <p:sp>
        <p:nvSpPr>
          <p:cNvPr id="35" name="Caption 35"/>
          <p:cNvSpPr txBox="1"/>
          <p:nvPr/>
        </p:nvSpPr>
        <p:spPr>
          <a:xfrm>
            <a:off x="4386707" y="2885440"/>
            <a:ext cx="454152" cy="86360"/>
          </a:xfrm>
          <a:prstGeom prst="rect">
            <a:avLst/>
          </a:prstGeom>
          <a:noFill/>
        </p:spPr>
        <p:txBody>
          <a:bodyPr rtlCol="0" anchor="ctr" wrap="none" lIns="0" tIns="0" rIns="0" bIns="0">
            <a:spAutoFit/>
          </a:bodyPr>
          <a:lstStyle/>
          <a:p>
            <a:pPr algn="ctr"/>
            <a:r>
              <a:rPr lang="en-US" sz="580" dirty="0">
                <a:solidFill>
                  <a:srgbClr val="000000"/>
                </a:solidFill>
                <a:latin typeface="Times New Roman"/>
                <a:cs typeface="Times New Roman"/>
              </a:rPr>
              <a:t>cube</a:t>
            </a:r>
          </a:p>
        </p:txBody>
      </p:sp>
      <p:sp>
        <p:nvSpPr>
          <p:cNvPr id="36" name="SlabTop 36"/>
          <p:cNvSpPr/>
          <p:nvPr/>
        </p:nvSpPr>
        <p:spPr>
          <a:xfrm>
            <a:off x="5018659" y="2471420"/>
            <a:ext cx="147320" cy="45720"/>
          </a:xfrm>
          <a:custGeom>
            <a:avLst/>
            <a:gdLst/>
            <a:ahLst/>
            <a:cxnLst/>
            <a:rect l="0" t="0" r="r" b="b"/>
            <a:pathLst>
              <a:path w="147320" h="45720">
                <a:moveTo>
                  <a:pt x="0" y="45720"/>
                </a:moveTo>
                <a:lnTo>
                  <a:pt x="45720" y="0"/>
                </a:lnTo>
                <a:lnTo>
                  <a:pt x="147320" y="0"/>
                </a:lnTo>
                <a:lnTo>
                  <a:pt x="101600" y="45720"/>
                </a:lnTo>
                <a:close/>
              </a:path>
            </a:pathLst>
          </a:custGeom>
          <a:solidFill>
            <a:srgbClr val="C2E2EB"/>
          </a:solidFill>
          <a:ln w="8255" cap="flat">
            <a:solidFill>
              <a:srgbClr val="000000"/>
            </a:solidFill>
            <a:miter lim="800000"/>
          </a:ln>
        </p:spPr>
        <p:txBody>
          <a:bodyPr rtlCol="0" anchor="ctr" wrap="none" lIns="0" tIns="0" rIns="0" bIns="0"/>
          <a:lstStyle/>
          <a:p>
            <a:endParaRPr lang="en-US"/>
          </a:p>
        </p:txBody>
      </p:sp>
      <p:sp>
        <p:nvSpPr>
          <p:cNvPr id="37" name="SlabSide 37"/>
          <p:cNvSpPr/>
          <p:nvPr/>
        </p:nvSpPr>
        <p:spPr>
          <a:xfrm>
            <a:off x="5120259" y="2471420"/>
            <a:ext cx="45720" cy="375920"/>
          </a:xfrm>
          <a:custGeom>
            <a:avLst/>
            <a:gdLst/>
            <a:ahLst/>
            <a:cxnLst/>
            <a:rect l="0" t="0" r="r" b="b"/>
            <a:pathLst>
              <a:path w="45720" h="375920">
                <a:moveTo>
                  <a:pt x="0" y="45720"/>
                </a:moveTo>
                <a:lnTo>
                  <a:pt x="45720" y="0"/>
                </a:lnTo>
                <a:lnTo>
                  <a:pt x="45720" y="330200"/>
                </a:lnTo>
                <a:lnTo>
                  <a:pt x="0" y="375920"/>
                </a:lnTo>
                <a:close/>
              </a:path>
            </a:pathLst>
          </a:custGeom>
          <a:solidFill>
            <a:srgbClr val="A4C6D0"/>
          </a:solidFill>
          <a:ln w="8255" cap="flat">
            <a:solidFill>
              <a:srgbClr val="000000"/>
            </a:solidFill>
            <a:miter lim="800000"/>
          </a:ln>
        </p:spPr>
        <p:txBody>
          <a:bodyPr rtlCol="0" anchor="ctr" wrap="none" lIns="0" tIns="0" rIns="0" bIns="0"/>
          <a:lstStyle/>
          <a:p>
            <a:endParaRPr lang="en-US"/>
          </a:p>
        </p:txBody>
      </p:sp>
      <p:sp>
        <p:nvSpPr>
          <p:cNvPr id="38" name="SlabFace 38"/>
          <p:cNvSpPr/>
          <p:nvPr/>
        </p:nvSpPr>
        <p:spPr>
          <a:xfrm>
            <a:off x="5018659" y="2517140"/>
            <a:ext cx="101600" cy="330200"/>
          </a:xfrm>
          <a:prstGeom prst="rect">
            <a:avLst/>
          </a:prstGeom>
          <a:solidFill>
            <a:srgbClr val="B7DDE8"/>
          </a:solidFill>
          <a:ln w="8255" cap="flat">
            <a:solidFill>
              <a:srgbClr val="000000"/>
            </a:solidFill>
            <a:miter lim="800000"/>
          </a:ln>
        </p:spPr>
        <p:txBody>
          <a:bodyPr rtlCol="0" anchor="ctr" wrap="none" lIns="0" tIns="0" rIns="0" bIns="0"/>
          <a:lstStyle/>
          <a:p>
            <a:endParaRPr lang="en-US"/>
          </a:p>
        </p:txBody>
      </p:sp>
      <p:sp>
        <p:nvSpPr>
          <p:cNvPr id="39" name="SlabTop 39"/>
          <p:cNvSpPr/>
          <p:nvPr/>
        </p:nvSpPr>
        <p:spPr>
          <a:xfrm>
            <a:off x="5158359" y="2471420"/>
            <a:ext cx="147320" cy="45720"/>
          </a:xfrm>
          <a:custGeom>
            <a:avLst/>
            <a:gdLst/>
            <a:ahLst/>
            <a:cxnLst/>
            <a:rect l="0" t="0" r="r" b="b"/>
            <a:pathLst>
              <a:path w="147320" h="45720">
                <a:moveTo>
                  <a:pt x="0" y="45720"/>
                </a:moveTo>
                <a:lnTo>
                  <a:pt x="45720" y="0"/>
                </a:lnTo>
                <a:lnTo>
                  <a:pt x="147320" y="0"/>
                </a:lnTo>
                <a:lnTo>
                  <a:pt x="101600" y="45720"/>
                </a:lnTo>
                <a:close/>
              </a:path>
            </a:pathLst>
          </a:custGeom>
          <a:solidFill>
            <a:srgbClr val="C2E2EB"/>
          </a:solidFill>
          <a:ln w="8255" cap="flat">
            <a:solidFill>
              <a:srgbClr val="000000"/>
            </a:solidFill>
            <a:miter lim="800000"/>
          </a:ln>
        </p:spPr>
        <p:txBody>
          <a:bodyPr rtlCol="0" anchor="ctr" wrap="none" lIns="0" tIns="0" rIns="0" bIns="0"/>
          <a:lstStyle/>
          <a:p>
            <a:endParaRPr lang="en-US"/>
          </a:p>
        </p:txBody>
      </p:sp>
      <p:sp>
        <p:nvSpPr>
          <p:cNvPr id="40" name="SlabSide 40"/>
          <p:cNvSpPr/>
          <p:nvPr/>
        </p:nvSpPr>
        <p:spPr>
          <a:xfrm>
            <a:off x="5259959" y="2471420"/>
            <a:ext cx="45720" cy="375920"/>
          </a:xfrm>
          <a:custGeom>
            <a:avLst/>
            <a:gdLst/>
            <a:ahLst/>
            <a:cxnLst/>
            <a:rect l="0" t="0" r="r" b="b"/>
            <a:pathLst>
              <a:path w="45720" h="375920">
                <a:moveTo>
                  <a:pt x="0" y="45720"/>
                </a:moveTo>
                <a:lnTo>
                  <a:pt x="45720" y="0"/>
                </a:lnTo>
                <a:lnTo>
                  <a:pt x="45720" y="330200"/>
                </a:lnTo>
                <a:lnTo>
                  <a:pt x="0" y="375920"/>
                </a:lnTo>
                <a:close/>
              </a:path>
            </a:pathLst>
          </a:custGeom>
          <a:solidFill>
            <a:srgbClr val="A4C6D0"/>
          </a:solidFill>
          <a:ln w="8255" cap="flat">
            <a:solidFill>
              <a:srgbClr val="000000"/>
            </a:solidFill>
            <a:miter lim="800000"/>
          </a:ln>
        </p:spPr>
        <p:txBody>
          <a:bodyPr rtlCol="0" anchor="ctr" wrap="none" lIns="0" tIns="0" rIns="0" bIns="0"/>
          <a:lstStyle/>
          <a:p>
            <a:endParaRPr lang="en-US"/>
          </a:p>
        </p:txBody>
      </p:sp>
      <p:sp>
        <p:nvSpPr>
          <p:cNvPr id="41" name="SlabFace 41"/>
          <p:cNvSpPr/>
          <p:nvPr/>
        </p:nvSpPr>
        <p:spPr>
          <a:xfrm>
            <a:off x="5158359" y="2517140"/>
            <a:ext cx="101600" cy="330200"/>
          </a:xfrm>
          <a:prstGeom prst="rect">
            <a:avLst/>
          </a:prstGeom>
          <a:solidFill>
            <a:srgbClr val="B7DDE8"/>
          </a:solidFill>
          <a:ln w="8255" cap="flat">
            <a:solidFill>
              <a:srgbClr val="000000"/>
            </a:solidFill>
            <a:miter lim="800000"/>
          </a:ln>
        </p:spPr>
        <p:txBody>
          <a:bodyPr rtlCol="0" anchor="ctr" wrap="none" lIns="0" tIns="0" rIns="0" bIns="0"/>
          <a:lstStyle/>
          <a:p>
            <a:endParaRPr lang="en-US"/>
          </a:p>
        </p:txBody>
      </p:sp>
      <p:sp>
        <p:nvSpPr>
          <p:cNvPr id="42" name="SlabTop 42"/>
          <p:cNvSpPr/>
          <p:nvPr/>
        </p:nvSpPr>
        <p:spPr>
          <a:xfrm>
            <a:off x="5298059" y="2471420"/>
            <a:ext cx="147320" cy="45720"/>
          </a:xfrm>
          <a:custGeom>
            <a:avLst/>
            <a:gdLst/>
            <a:ahLst/>
            <a:cxnLst/>
            <a:rect l="0" t="0" r="r" b="b"/>
            <a:pathLst>
              <a:path w="147320" h="45720">
                <a:moveTo>
                  <a:pt x="0" y="45720"/>
                </a:moveTo>
                <a:lnTo>
                  <a:pt x="45720" y="0"/>
                </a:lnTo>
                <a:lnTo>
                  <a:pt x="147320" y="0"/>
                </a:lnTo>
                <a:lnTo>
                  <a:pt x="101600" y="45720"/>
                </a:lnTo>
                <a:close/>
              </a:path>
            </a:pathLst>
          </a:custGeom>
          <a:solidFill>
            <a:srgbClr val="C2E2EB"/>
          </a:solidFill>
          <a:ln w="8255" cap="flat">
            <a:solidFill>
              <a:srgbClr val="000000"/>
            </a:solidFill>
            <a:miter lim="800000"/>
          </a:ln>
        </p:spPr>
        <p:txBody>
          <a:bodyPr rtlCol="0" anchor="ctr" wrap="none" lIns="0" tIns="0" rIns="0" bIns="0"/>
          <a:lstStyle/>
          <a:p>
            <a:endParaRPr lang="en-US"/>
          </a:p>
        </p:txBody>
      </p:sp>
      <p:sp>
        <p:nvSpPr>
          <p:cNvPr id="43" name="SlabSide 43"/>
          <p:cNvSpPr/>
          <p:nvPr/>
        </p:nvSpPr>
        <p:spPr>
          <a:xfrm>
            <a:off x="5399659" y="2471420"/>
            <a:ext cx="45720" cy="375920"/>
          </a:xfrm>
          <a:custGeom>
            <a:avLst/>
            <a:gdLst/>
            <a:ahLst/>
            <a:cxnLst/>
            <a:rect l="0" t="0" r="r" b="b"/>
            <a:pathLst>
              <a:path w="45720" h="375920">
                <a:moveTo>
                  <a:pt x="0" y="45720"/>
                </a:moveTo>
                <a:lnTo>
                  <a:pt x="45720" y="0"/>
                </a:lnTo>
                <a:lnTo>
                  <a:pt x="45720" y="330200"/>
                </a:lnTo>
                <a:lnTo>
                  <a:pt x="0" y="375920"/>
                </a:lnTo>
                <a:close/>
              </a:path>
            </a:pathLst>
          </a:custGeom>
          <a:solidFill>
            <a:srgbClr val="A4C6D0"/>
          </a:solidFill>
          <a:ln w="8255" cap="flat">
            <a:solidFill>
              <a:srgbClr val="000000"/>
            </a:solidFill>
            <a:miter lim="800000"/>
          </a:ln>
        </p:spPr>
        <p:txBody>
          <a:bodyPr rtlCol="0" anchor="ctr" wrap="none" lIns="0" tIns="0" rIns="0" bIns="0"/>
          <a:lstStyle/>
          <a:p>
            <a:endParaRPr lang="en-US"/>
          </a:p>
        </p:txBody>
      </p:sp>
      <p:sp>
        <p:nvSpPr>
          <p:cNvPr id="44" name="SlabFace 44"/>
          <p:cNvSpPr/>
          <p:nvPr/>
        </p:nvSpPr>
        <p:spPr>
          <a:xfrm>
            <a:off x="5298059" y="2517140"/>
            <a:ext cx="101600" cy="330200"/>
          </a:xfrm>
          <a:prstGeom prst="rect">
            <a:avLst/>
          </a:prstGeom>
          <a:solidFill>
            <a:srgbClr val="B7DDE8"/>
          </a:solidFill>
          <a:ln w="8255" cap="flat">
            <a:solidFill>
              <a:srgbClr val="000000"/>
            </a:solidFill>
            <a:miter lim="800000"/>
          </a:ln>
        </p:spPr>
        <p:txBody>
          <a:bodyPr rtlCol="0" anchor="ctr" wrap="none" lIns="0" tIns="0" rIns="0" bIns="0"/>
          <a:lstStyle/>
          <a:p>
            <a:endParaRPr lang="en-US"/>
          </a:p>
        </p:txBody>
      </p:sp>
      <p:sp>
        <p:nvSpPr>
          <p:cNvPr id="45" name="SlabTop 45"/>
          <p:cNvSpPr/>
          <p:nvPr/>
        </p:nvSpPr>
        <p:spPr>
          <a:xfrm>
            <a:off x="5437759" y="2471420"/>
            <a:ext cx="147320" cy="45720"/>
          </a:xfrm>
          <a:custGeom>
            <a:avLst/>
            <a:gdLst/>
            <a:ahLst/>
            <a:cxnLst/>
            <a:rect l="0" t="0" r="r" b="b"/>
            <a:pathLst>
              <a:path w="147320" h="45720">
                <a:moveTo>
                  <a:pt x="0" y="45720"/>
                </a:moveTo>
                <a:lnTo>
                  <a:pt x="45720" y="0"/>
                </a:lnTo>
                <a:lnTo>
                  <a:pt x="147320" y="0"/>
                </a:lnTo>
                <a:lnTo>
                  <a:pt x="101600" y="45720"/>
                </a:lnTo>
                <a:close/>
              </a:path>
            </a:pathLst>
          </a:custGeom>
          <a:solidFill>
            <a:srgbClr val="C2E2EB"/>
          </a:solidFill>
          <a:ln w="8255" cap="flat">
            <a:solidFill>
              <a:srgbClr val="000000"/>
            </a:solidFill>
            <a:miter lim="800000"/>
          </a:ln>
        </p:spPr>
        <p:txBody>
          <a:bodyPr rtlCol="0" anchor="ctr" wrap="none" lIns="0" tIns="0" rIns="0" bIns="0"/>
          <a:lstStyle/>
          <a:p>
            <a:endParaRPr lang="en-US"/>
          </a:p>
        </p:txBody>
      </p:sp>
      <p:sp>
        <p:nvSpPr>
          <p:cNvPr id="46" name="SlabSide 46"/>
          <p:cNvSpPr/>
          <p:nvPr/>
        </p:nvSpPr>
        <p:spPr>
          <a:xfrm>
            <a:off x="5539359" y="2471420"/>
            <a:ext cx="45720" cy="375920"/>
          </a:xfrm>
          <a:custGeom>
            <a:avLst/>
            <a:gdLst/>
            <a:ahLst/>
            <a:cxnLst/>
            <a:rect l="0" t="0" r="r" b="b"/>
            <a:pathLst>
              <a:path w="45720" h="375920">
                <a:moveTo>
                  <a:pt x="0" y="45720"/>
                </a:moveTo>
                <a:lnTo>
                  <a:pt x="45720" y="0"/>
                </a:lnTo>
                <a:lnTo>
                  <a:pt x="45720" y="330200"/>
                </a:lnTo>
                <a:lnTo>
                  <a:pt x="0" y="375920"/>
                </a:lnTo>
                <a:close/>
              </a:path>
            </a:pathLst>
          </a:custGeom>
          <a:solidFill>
            <a:srgbClr val="A4C6D0"/>
          </a:solidFill>
          <a:ln w="8255" cap="flat">
            <a:solidFill>
              <a:srgbClr val="000000"/>
            </a:solidFill>
            <a:miter lim="800000"/>
          </a:ln>
        </p:spPr>
        <p:txBody>
          <a:bodyPr rtlCol="0" anchor="ctr" wrap="none" lIns="0" tIns="0" rIns="0" bIns="0"/>
          <a:lstStyle/>
          <a:p>
            <a:endParaRPr lang="en-US"/>
          </a:p>
        </p:txBody>
      </p:sp>
      <p:sp>
        <p:nvSpPr>
          <p:cNvPr id="47" name="SlabFace 47"/>
          <p:cNvSpPr/>
          <p:nvPr/>
        </p:nvSpPr>
        <p:spPr>
          <a:xfrm>
            <a:off x="5437759" y="2517140"/>
            <a:ext cx="101600" cy="330200"/>
          </a:xfrm>
          <a:prstGeom prst="rect">
            <a:avLst/>
          </a:prstGeom>
          <a:solidFill>
            <a:srgbClr val="B7DDE8"/>
          </a:solidFill>
          <a:ln w="8255" cap="flat">
            <a:solidFill>
              <a:srgbClr val="000000"/>
            </a:solidFill>
            <a:miter lim="800000"/>
          </a:ln>
        </p:spPr>
        <p:txBody>
          <a:bodyPr rtlCol="0" anchor="ctr" wrap="none" lIns="0" tIns="0" rIns="0" bIns="0"/>
          <a:lstStyle/>
          <a:p>
            <a:endParaRPr lang="en-US"/>
          </a:p>
        </p:txBody>
      </p:sp>
      <p:sp>
        <p:nvSpPr>
          <p:cNvPr id="48" name="Caption 48"/>
          <p:cNvSpPr txBox="1"/>
          <p:nvPr/>
        </p:nvSpPr>
        <p:spPr>
          <a:xfrm>
            <a:off x="5018659" y="2885440"/>
            <a:ext cx="566420" cy="86360"/>
          </a:xfrm>
          <a:prstGeom prst="rect">
            <a:avLst/>
          </a:prstGeom>
          <a:noFill/>
        </p:spPr>
        <p:txBody>
          <a:bodyPr rtlCol="0" anchor="ctr" wrap="none" lIns="0" tIns="0" rIns="0" bIns="0">
            <a:spAutoFit/>
          </a:bodyPr>
          <a:lstStyle/>
          <a:p>
            <a:pPr algn="ctr"/>
            <a:r>
              <a:rPr lang="en-US" sz="580" dirty="0">
                <a:solidFill>
                  <a:srgbClr val="000000"/>
                </a:solidFill>
                <a:latin typeface="Times New Roman"/>
                <a:cs typeface="Times New Roman"/>
              </a:rPr>
              <a:t>slab</a:t>
            </a:r>
          </a:p>
        </p:txBody>
      </p:sp>
      <p:sp>
        <p:nvSpPr>
          <p:cNvPr id="49" name="Token 49"/>
          <p:cNvSpPr/>
          <p:nvPr/>
        </p:nvSpPr>
        <p:spPr>
          <a:xfrm>
            <a:off x="5762879" y="2349500"/>
            <a:ext cx="101600" cy="101600"/>
          </a:xfrm>
          <a:prstGeom prst="roundRect">
            <a:avLst>
              <a:gd name="adj" fmla="val 32500"/>
            </a:avLst>
          </a:prstGeom>
          <a:solidFill>
            <a:srgbClr val="B7DDE8"/>
          </a:solidFill>
          <a:ln w="8255" cap="flat">
            <a:solidFill>
              <a:srgbClr val="000000"/>
            </a:solidFill>
            <a:miter lim="800000"/>
          </a:ln>
        </p:spPr>
        <p:txBody>
          <a:bodyPr rtlCol="0" anchor="ctr" wrap="none" lIns="0" tIns="0" rIns="0" bIns="0"/>
          <a:lstStyle/>
          <a:p>
            <a:endParaRPr lang="en-US"/>
          </a:p>
        </p:txBody>
      </p:sp>
      <p:sp>
        <p:nvSpPr>
          <p:cNvPr id="50" name="Token 50"/>
          <p:cNvSpPr/>
          <p:nvPr/>
        </p:nvSpPr>
        <p:spPr>
          <a:xfrm>
            <a:off x="5762879" y="2481580"/>
            <a:ext cx="101600" cy="101600"/>
          </a:xfrm>
          <a:prstGeom prst="roundRect">
            <a:avLst>
              <a:gd name="adj" fmla="val 32500"/>
            </a:avLst>
          </a:prstGeom>
          <a:solidFill>
            <a:srgbClr val="B7DDE8"/>
          </a:solidFill>
          <a:ln w="8255" cap="flat">
            <a:solidFill>
              <a:srgbClr val="000000"/>
            </a:solidFill>
            <a:miter lim="800000"/>
          </a:ln>
        </p:spPr>
        <p:txBody>
          <a:bodyPr rtlCol="0" anchor="ctr" wrap="none" lIns="0" tIns="0" rIns="0" bIns="0"/>
          <a:lstStyle/>
          <a:p>
            <a:endParaRPr lang="en-US"/>
          </a:p>
        </p:txBody>
      </p:sp>
      <p:sp>
        <p:nvSpPr>
          <p:cNvPr id="51" name="Token 51"/>
          <p:cNvSpPr/>
          <p:nvPr/>
        </p:nvSpPr>
        <p:spPr>
          <a:xfrm>
            <a:off x="5762879" y="2613660"/>
            <a:ext cx="101600" cy="101600"/>
          </a:xfrm>
          <a:prstGeom prst="roundRect">
            <a:avLst>
              <a:gd name="adj" fmla="val 32500"/>
            </a:avLst>
          </a:prstGeom>
          <a:solidFill>
            <a:srgbClr val="B7DDE8"/>
          </a:solidFill>
          <a:ln w="8255" cap="flat">
            <a:solidFill>
              <a:srgbClr val="000000"/>
            </a:solidFill>
            <a:miter lim="800000"/>
          </a:ln>
        </p:spPr>
        <p:txBody>
          <a:bodyPr rtlCol="0" anchor="ctr" wrap="none" lIns="0" tIns="0" rIns="0" bIns="0"/>
          <a:lstStyle/>
          <a:p>
            <a:endParaRPr lang="en-US"/>
          </a:p>
        </p:txBody>
      </p:sp>
      <p:sp>
        <p:nvSpPr>
          <p:cNvPr id="52" name="Token 52"/>
          <p:cNvSpPr/>
          <p:nvPr/>
        </p:nvSpPr>
        <p:spPr>
          <a:xfrm>
            <a:off x="5762879" y="2745740"/>
            <a:ext cx="101600" cy="101600"/>
          </a:xfrm>
          <a:prstGeom prst="roundRect">
            <a:avLst>
              <a:gd name="adj" fmla="val 32500"/>
            </a:avLst>
          </a:prstGeom>
          <a:solidFill>
            <a:srgbClr val="B7DDE8"/>
          </a:solidFill>
          <a:ln w="8255" cap="flat">
            <a:solidFill>
              <a:srgbClr val="000000"/>
            </a:solidFill>
            <a:miter lim="800000"/>
          </a:ln>
        </p:spPr>
        <p:txBody>
          <a:bodyPr rtlCol="0" anchor="ctr" wrap="none" lIns="0" tIns="0" rIns="0" bIns="0"/>
          <a:lstStyle/>
          <a:p>
            <a:endParaRPr lang="en-US"/>
          </a:p>
        </p:txBody>
      </p:sp>
      <p:sp>
        <p:nvSpPr>
          <p:cNvPr id="53" name="Caption 53"/>
          <p:cNvSpPr txBox="1"/>
          <p:nvPr/>
        </p:nvSpPr>
        <p:spPr>
          <a:xfrm>
            <a:off x="5762879" y="2885440"/>
            <a:ext cx="282339" cy="86360"/>
          </a:xfrm>
          <a:prstGeom prst="rect">
            <a:avLst/>
          </a:prstGeom>
          <a:noFill/>
        </p:spPr>
        <p:txBody>
          <a:bodyPr rtlCol="0" anchor="ctr" wrap="none" lIns="0" tIns="0" rIns="0" bIns="0">
            <a:spAutoFit/>
          </a:bodyPr>
          <a:lstStyle/>
          <a:p>
            <a:pPr algn="ctr"/>
            <a:r>
              <a:rPr lang="en-US" sz="580" dirty="0">
                <a:solidFill>
                  <a:srgbClr val="000000"/>
                </a:solidFill>
                <a:latin typeface="Times New Roman"/>
                <a:cs typeface="Times New Roman"/>
              </a:rPr>
              <a:t>tokengrid</a:t>
            </a:r>
          </a:p>
        </p:txBody>
      </p:sp>
      <p:sp>
        <p:nvSpPr>
          <p:cNvPr id="54" name="Oval 54"/>
          <p:cNvSpPr/>
          <p:nvPr/>
        </p:nvSpPr>
        <p:spPr>
          <a:xfrm>
            <a:off x="2701022" y="3340100"/>
            <a:ext cx="165100" cy="165100"/>
          </a:xfrm>
          <a:prstGeom prst="ellipse">
            <a:avLst/>
          </a:prstGeom>
          <a:solidFill>
            <a:srgbClr val="FFFFFF"/>
          </a:solidFill>
          <a:ln w="8255" cap="flat">
            <a:solidFill>
              <a:srgbClr val="000000"/>
            </a:solidFill>
            <a:miter lim="800000"/>
          </a:ln>
        </p:spPr>
        <p:txBody>
          <a:bodyPr rtlCol="0" anchor="ctr" wrap="none" lIns="0" tIns="0" rIns="0" bIns="0"/>
          <a:lstStyle/>
          <a:p>
            <a:endParaRPr lang="en-US"/>
          </a:p>
        </p:txBody>
      </p:sp>
      <p:sp>
        <p:nvSpPr>
          <p:cNvPr id="55" name="OpBar 55"/>
          <p:cNvSpPr/>
          <p:nvPr/>
        </p:nvSpPr>
        <p:spPr>
          <a:xfrm>
            <a:off x="2737344" y="3422650"/>
            <a:ext cx="92456" cy="1270"/>
          </a:xfrm>
          <a:custGeom>
            <a:avLst/>
            <a:gdLst/>
            <a:ahLst/>
            <a:cxnLst/>
            <a:rect l="0" t="0" r="r" b="b"/>
            <a:pathLst>
              <a:path w="92456" h="127" fill="none">
                <a:moveTo>
                  <a:pt x="0" y="0"/>
                </a:moveTo>
                <a:lnTo>
                  <a:pt x="92456" y="0"/>
                </a:lnTo>
              </a:path>
            </a:pathLst>
          </a:custGeom>
          <a:noFill/>
          <a:ln w="8255" cap="flat">
            <a:solidFill>
              <a:srgbClr val="000000"/>
            </a:solidFill>
            <a:miter lim="800000"/>
          </a:ln>
        </p:spPr>
        <p:txBody>
          <a:bodyPr rtlCol="0" anchor="ctr" wrap="none" lIns="0" tIns="0" rIns="0" bIns="0"/>
          <a:lstStyle/>
          <a:p>
            <a:endParaRPr lang="en-US"/>
          </a:p>
        </p:txBody>
      </p:sp>
      <p:sp>
        <p:nvSpPr>
          <p:cNvPr id="56" name="OpBar 56"/>
          <p:cNvSpPr/>
          <p:nvPr/>
        </p:nvSpPr>
        <p:spPr>
          <a:xfrm>
            <a:off x="2783572" y="3376422"/>
            <a:ext cx="1270" cy="92456"/>
          </a:xfrm>
          <a:custGeom>
            <a:avLst/>
            <a:gdLst/>
            <a:ahLst/>
            <a:cxnLst/>
            <a:rect l="0" t="0" r="r" b="b"/>
            <a:pathLst>
              <a:path w="127" h="92456" fill="none">
                <a:moveTo>
                  <a:pt x="0" y="0"/>
                </a:moveTo>
                <a:lnTo>
                  <a:pt x="0" y="92456"/>
                </a:lnTo>
              </a:path>
            </a:pathLst>
          </a:custGeom>
          <a:noFill/>
          <a:ln w="8255" cap="flat">
            <a:solidFill>
              <a:srgbClr val="000000"/>
            </a:solidFill>
            <a:miter lim="800000"/>
          </a:ln>
        </p:spPr>
        <p:txBody>
          <a:bodyPr rtlCol="0" anchor="ctr" wrap="none" lIns="0" tIns="0" rIns="0" bIns="0"/>
          <a:lstStyle/>
          <a:p>
            <a:endParaRPr lang="en-US"/>
          </a:p>
        </p:txBody>
      </p:sp>
      <p:sp>
        <p:nvSpPr>
          <p:cNvPr id="57" name="Caption 57"/>
          <p:cNvSpPr txBox="1"/>
          <p:nvPr/>
        </p:nvSpPr>
        <p:spPr>
          <a:xfrm>
            <a:off x="2664943" y="3543300"/>
            <a:ext cx="237259" cy="86360"/>
          </a:xfrm>
          <a:prstGeom prst="rect">
            <a:avLst/>
          </a:prstGeom>
          <a:noFill/>
        </p:spPr>
        <p:txBody>
          <a:bodyPr rtlCol="0" anchor="ctr" wrap="none" lIns="0" tIns="0" rIns="0" bIns="0">
            <a:spAutoFit/>
          </a:bodyPr>
          <a:lstStyle/>
          <a:p>
            <a:pPr algn="ctr"/>
            <a:r>
              <a:rPr lang="en-US" sz="580" dirty="0">
                <a:solidFill>
                  <a:srgbClr val="000000"/>
                </a:solidFill>
                <a:latin typeface="Times New Roman"/>
                <a:cs typeface="Times New Roman"/>
              </a:rPr>
              <a:t>circleop</a:t>
            </a:r>
          </a:p>
        </p:txBody>
      </p:sp>
      <p:sp>
        <p:nvSpPr>
          <p:cNvPr id="58" name="Oval 58"/>
          <p:cNvSpPr/>
          <p:nvPr/>
        </p:nvSpPr>
        <p:spPr>
          <a:xfrm>
            <a:off x="3116083" y="3340100"/>
            <a:ext cx="165100" cy="165100"/>
          </a:xfrm>
          <a:prstGeom prst="ellipse">
            <a:avLst/>
          </a:prstGeom>
          <a:solidFill>
            <a:srgbClr val="FFFFFF"/>
          </a:solidFill>
          <a:ln w="8255" cap="flat">
            <a:solidFill>
              <a:srgbClr val="000000"/>
            </a:solidFill>
            <a:miter lim="800000"/>
          </a:ln>
        </p:spPr>
        <p:txBody>
          <a:bodyPr rtlCol="0" anchor="ctr" wrap="none" lIns="0" tIns="0" rIns="0" bIns="0"/>
          <a:lstStyle/>
          <a:p>
            <a:endParaRPr lang="en-US"/>
          </a:p>
        </p:txBody>
      </p:sp>
      <p:sp>
        <p:nvSpPr>
          <p:cNvPr id="59" name="OpBar 59"/>
          <p:cNvSpPr/>
          <p:nvPr/>
        </p:nvSpPr>
        <p:spPr>
          <a:xfrm>
            <a:off x="3165349" y="3389366"/>
            <a:ext cx="66568" cy="66568"/>
          </a:xfrm>
          <a:custGeom>
            <a:avLst/>
            <a:gdLst/>
            <a:ahLst/>
            <a:cxnLst/>
            <a:rect l="0" t="0" r="r" b="b"/>
            <a:pathLst>
              <a:path w="66568" h="66568" fill="none">
                <a:moveTo>
                  <a:pt x="0" y="0"/>
                </a:moveTo>
                <a:lnTo>
                  <a:pt x="66568" y="66568"/>
                </a:lnTo>
              </a:path>
            </a:pathLst>
          </a:custGeom>
          <a:noFill/>
          <a:ln w="8255" cap="flat">
            <a:solidFill>
              <a:srgbClr val="000000"/>
            </a:solidFill>
            <a:miter lim="800000"/>
          </a:ln>
        </p:spPr>
        <p:txBody>
          <a:bodyPr rtlCol="0" anchor="ctr" wrap="none" lIns="0" tIns="0" rIns="0" bIns="0"/>
          <a:lstStyle/>
          <a:p>
            <a:endParaRPr lang="en-US"/>
          </a:p>
        </p:txBody>
      </p:sp>
      <p:sp>
        <p:nvSpPr>
          <p:cNvPr id="60" name="OpBar 60"/>
          <p:cNvSpPr/>
          <p:nvPr/>
        </p:nvSpPr>
        <p:spPr>
          <a:xfrm>
            <a:off x="3165349" y="3389366"/>
            <a:ext cx="66568" cy="66568"/>
          </a:xfrm>
          <a:custGeom>
            <a:avLst/>
            <a:gdLst/>
            <a:ahLst/>
            <a:cxnLst/>
            <a:rect l="0" t="0" r="r" b="b"/>
            <a:pathLst>
              <a:path w="66568" h="66568" fill="none">
                <a:moveTo>
                  <a:pt x="0" y="66568"/>
                </a:moveTo>
                <a:lnTo>
                  <a:pt x="66568" y="0"/>
                </a:lnTo>
              </a:path>
            </a:pathLst>
          </a:custGeom>
          <a:noFill/>
          <a:ln w="8255" cap="flat">
            <a:solidFill>
              <a:srgbClr val="000000"/>
            </a:solidFill>
            <a:miter lim="800000"/>
          </a:ln>
        </p:spPr>
        <p:txBody>
          <a:bodyPr rtlCol="0" anchor="ctr" wrap="none" lIns="0" tIns="0" rIns="0" bIns="0"/>
          <a:lstStyle/>
          <a:p>
            <a:endParaRPr lang="en-US"/>
          </a:p>
        </p:txBody>
      </p:sp>
      <p:sp>
        <p:nvSpPr>
          <p:cNvPr id="61" name="Caption 61"/>
          <p:cNvSpPr txBox="1"/>
          <p:nvPr/>
        </p:nvSpPr>
        <p:spPr>
          <a:xfrm>
            <a:off x="3080004" y="3543300"/>
            <a:ext cx="237259" cy="86360"/>
          </a:xfrm>
          <a:prstGeom prst="rect">
            <a:avLst/>
          </a:prstGeom>
          <a:noFill/>
        </p:spPr>
        <p:txBody>
          <a:bodyPr rtlCol="0" anchor="ctr" wrap="none" lIns="0" tIns="0" rIns="0" bIns="0">
            <a:spAutoFit/>
          </a:bodyPr>
          <a:lstStyle/>
          <a:p>
            <a:pPr algn="ctr"/>
            <a:r>
              <a:rPr lang="en-US" sz="580" dirty="0">
                <a:solidFill>
                  <a:srgbClr val="000000"/>
                </a:solidFill>
                <a:latin typeface="Times New Roman"/>
                <a:cs typeface="Times New Roman"/>
              </a:rPr>
              <a:t>circleop</a:t>
            </a:r>
          </a:p>
        </p:txBody>
      </p:sp>
      <p:sp>
        <p:nvSpPr>
          <p:cNvPr id="62" name="ImageSlot 62"/>
          <p:cNvSpPr/>
          <p:nvPr/>
        </p:nvSpPr>
        <p:spPr>
          <a:xfrm>
            <a:off x="3495065" y="3073400"/>
            <a:ext cx="685800" cy="431800"/>
          </a:xfrm>
          <a:prstGeom prst="rect">
            <a:avLst/>
          </a:prstGeom>
          <a:solidFill>
            <a:srgbClr val="F2F2F2"/>
          </a:solidFill>
          <a:ln w="3810" cap="flat">
            <a:solidFill>
              <a:srgbClr val="A5A5A5"/>
            </a:solidFill>
            <a:prstDash val="dash"/>
            <a:miter lim="800000"/>
          </a:ln>
        </p:spPr>
        <p:txBody>
          <a:bodyPr rtlCol="0" anchor="ctr" wrap="none" lIns="0" tIns="0" rIns="0" bIns="0">
            <a:spAutoFit/>
          </a:bodyPr>
          <a:lstStyle/>
          <a:p>
            <a:pPr algn="ctr"/>
            <a:r>
              <a:rPr lang="en-US" sz="600" dirty="0">
                <a:solidFill>
                  <a:srgbClr val="595959"/>
                </a:solidFill>
                <a:latin typeface="Times New Roman"/>
                <a:cs typeface="Times New Roman"/>
              </a:rPr>
              <a:t>panel</a:t>
            </a:r>
          </a:p>
        </p:txBody>
      </p:sp>
      <p:sp>
        <p:nvSpPr>
          <p:cNvPr id="63" name="Caption 63"/>
          <p:cNvSpPr txBox="1"/>
          <p:nvPr/>
        </p:nvSpPr>
        <p:spPr>
          <a:xfrm>
            <a:off x="3495065" y="3543300"/>
            <a:ext cx="685800" cy="86360"/>
          </a:xfrm>
          <a:prstGeom prst="rect">
            <a:avLst/>
          </a:prstGeom>
          <a:noFill/>
        </p:spPr>
        <p:txBody>
          <a:bodyPr rtlCol="0" anchor="ctr" wrap="none" lIns="0" tIns="0" rIns="0" bIns="0">
            <a:spAutoFit/>
          </a:bodyPr>
          <a:lstStyle/>
          <a:p>
            <a:pPr algn="ctr"/>
            <a:r>
              <a:rPr lang="en-US" sz="580" dirty="0">
                <a:solidFill>
                  <a:srgbClr val="000000"/>
                </a:solidFill>
                <a:latin typeface="Times New Roman"/>
                <a:cs typeface="Times New Roman"/>
              </a:rPr>
              <a:t>image</a:t>
            </a:r>
          </a:p>
        </p:txBody>
      </p:sp>
      <p:sp>
        <p:nvSpPr>
          <p:cNvPr id="64" name="Frame 64"/>
          <p:cNvSpPr/>
          <p:nvPr/>
        </p:nvSpPr>
        <p:spPr>
          <a:xfrm>
            <a:off x="4358665" y="3365500"/>
            <a:ext cx="33020" cy="139700"/>
          </a:xfrm>
          <a:prstGeom prst="roundRect">
            <a:avLst>
              <a:gd name="adj" fmla="val 50000"/>
            </a:avLst>
          </a:prstGeom>
          <a:solidFill>
            <a:srgbClr val="5B9BD5"/>
          </a:solidFill>
          <a:ln>
            <a:noFill/>
          </a:ln>
        </p:spPr>
        <p:txBody>
          <a:bodyPr rtlCol="0" anchor="ctr" wrap="none" lIns="0" tIns="0" rIns="0" bIns="0"/>
          <a:lstStyle/>
          <a:p>
            <a:endParaRPr lang="en-US"/>
          </a:p>
        </p:txBody>
      </p:sp>
      <p:sp>
        <p:nvSpPr>
          <p:cNvPr id="65" name="Frame 65"/>
          <p:cNvSpPr/>
          <p:nvPr/>
        </p:nvSpPr>
        <p:spPr>
          <a:xfrm>
            <a:off x="4406925" y="3365500"/>
            <a:ext cx="33020" cy="139700"/>
          </a:xfrm>
          <a:prstGeom prst="roundRect">
            <a:avLst>
              <a:gd name="adj" fmla="val 50000"/>
            </a:avLst>
          </a:prstGeom>
          <a:solidFill>
            <a:srgbClr val="5B9BD5"/>
          </a:solidFill>
          <a:ln>
            <a:noFill/>
          </a:ln>
        </p:spPr>
        <p:txBody>
          <a:bodyPr rtlCol="0" anchor="ctr" wrap="none" lIns="0" tIns="0" rIns="0" bIns="0"/>
          <a:lstStyle/>
          <a:p>
            <a:endParaRPr lang="en-US"/>
          </a:p>
        </p:txBody>
      </p:sp>
      <p:sp>
        <p:nvSpPr>
          <p:cNvPr id="66" name="Frame 66"/>
          <p:cNvSpPr/>
          <p:nvPr/>
        </p:nvSpPr>
        <p:spPr>
          <a:xfrm>
            <a:off x="4455185" y="3365500"/>
            <a:ext cx="33020" cy="139700"/>
          </a:xfrm>
          <a:prstGeom prst="roundRect">
            <a:avLst>
              <a:gd name="adj" fmla="val 50000"/>
            </a:avLst>
          </a:prstGeom>
          <a:solidFill>
            <a:srgbClr val="5B9BD5"/>
          </a:solidFill>
          <a:ln>
            <a:noFill/>
          </a:ln>
        </p:spPr>
        <p:txBody>
          <a:bodyPr rtlCol="0" anchor="ctr" wrap="none" lIns="0" tIns="0" rIns="0" bIns="0"/>
          <a:lstStyle/>
          <a:p>
            <a:endParaRPr lang="en-US"/>
          </a:p>
        </p:txBody>
      </p:sp>
      <p:sp>
        <p:nvSpPr>
          <p:cNvPr id="67" name="Frame 67"/>
          <p:cNvSpPr/>
          <p:nvPr/>
        </p:nvSpPr>
        <p:spPr>
          <a:xfrm>
            <a:off x="4503445" y="3365500"/>
            <a:ext cx="33020" cy="139700"/>
          </a:xfrm>
          <a:prstGeom prst="roundRect">
            <a:avLst>
              <a:gd name="adj" fmla="val 50000"/>
            </a:avLst>
          </a:prstGeom>
          <a:solidFill>
            <a:srgbClr val="5B9BD5"/>
          </a:solidFill>
          <a:ln>
            <a:noFill/>
          </a:ln>
        </p:spPr>
        <p:txBody>
          <a:bodyPr rtlCol="0" anchor="ctr" wrap="none" lIns="0" tIns="0" rIns="0" bIns="0"/>
          <a:lstStyle/>
          <a:p>
            <a:endParaRPr lang="en-US"/>
          </a:p>
        </p:txBody>
      </p:sp>
      <p:sp>
        <p:nvSpPr>
          <p:cNvPr id="68" name="Frame 68"/>
          <p:cNvSpPr/>
          <p:nvPr/>
        </p:nvSpPr>
        <p:spPr>
          <a:xfrm>
            <a:off x="4551705" y="3365500"/>
            <a:ext cx="33020" cy="139700"/>
          </a:xfrm>
          <a:prstGeom prst="roundRect">
            <a:avLst>
              <a:gd name="adj" fmla="val 50000"/>
            </a:avLst>
          </a:prstGeom>
          <a:solidFill>
            <a:srgbClr val="5B9BD5"/>
          </a:solidFill>
          <a:ln>
            <a:noFill/>
          </a:ln>
        </p:spPr>
        <p:txBody>
          <a:bodyPr rtlCol="0" anchor="ctr" wrap="none" lIns="0" tIns="0" rIns="0" bIns="0"/>
          <a:lstStyle/>
          <a:p>
            <a:endParaRPr lang="en-US"/>
          </a:p>
        </p:txBody>
      </p:sp>
      <p:sp>
        <p:nvSpPr>
          <p:cNvPr id="69" name="Frame 69"/>
          <p:cNvSpPr/>
          <p:nvPr/>
        </p:nvSpPr>
        <p:spPr>
          <a:xfrm>
            <a:off x="4599965" y="3365500"/>
            <a:ext cx="33020" cy="13970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rtlCol="0" anchor="ctr" wrap="none" lIns="0" tIns="0" rIns="0" bIns="0"/>
          <a:lstStyle/>
          <a:p>
            <a:endParaRPr lang="en-US"/>
          </a:p>
        </p:txBody>
      </p:sp>
      <p:sp>
        <p:nvSpPr>
          <p:cNvPr id="70" name="Frame 70"/>
          <p:cNvSpPr/>
          <p:nvPr/>
        </p:nvSpPr>
        <p:spPr>
          <a:xfrm>
            <a:off x="4648225" y="3365500"/>
            <a:ext cx="33020" cy="13970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rtlCol="0" anchor="ctr" wrap="none" lIns="0" tIns="0" rIns="0" bIns="0"/>
          <a:lstStyle/>
          <a:p>
            <a:endParaRPr lang="en-US"/>
          </a:p>
        </p:txBody>
      </p:sp>
      <p:sp>
        <p:nvSpPr>
          <p:cNvPr id="71" name="Frame 71"/>
          <p:cNvSpPr/>
          <p:nvPr/>
        </p:nvSpPr>
        <p:spPr>
          <a:xfrm>
            <a:off x="4696485" y="3365500"/>
            <a:ext cx="33020" cy="13970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rtlCol="0" anchor="ctr" wrap="none" lIns="0" tIns="0" rIns="0" bIns="0"/>
          <a:lstStyle/>
          <a:p>
            <a:endParaRPr lang="en-US"/>
          </a:p>
        </p:txBody>
      </p:sp>
      <p:sp>
        <p:nvSpPr>
          <p:cNvPr id="72" name="Frame 72"/>
          <p:cNvSpPr/>
          <p:nvPr/>
        </p:nvSpPr>
        <p:spPr>
          <a:xfrm>
            <a:off x="4744745" y="3365500"/>
            <a:ext cx="33020" cy="13970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rtlCol="0" anchor="ctr" wrap="none" lIns="0" tIns="0" rIns="0" bIns="0"/>
          <a:lstStyle/>
          <a:p>
            <a:endParaRPr lang="en-US"/>
          </a:p>
        </p:txBody>
      </p:sp>
      <p:sp>
        <p:nvSpPr>
          <p:cNvPr id="73" name="Frame 73"/>
          <p:cNvSpPr/>
          <p:nvPr/>
        </p:nvSpPr>
        <p:spPr>
          <a:xfrm>
            <a:off x="4793005" y="3365500"/>
            <a:ext cx="33020" cy="13970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rtlCol="0" anchor="ctr" wrap="none" lIns="0" tIns="0" rIns="0" bIns="0"/>
          <a:lstStyle/>
          <a:p>
            <a:endParaRPr lang="en-US"/>
          </a:p>
        </p:txBody>
      </p:sp>
      <p:sp>
        <p:nvSpPr>
          <p:cNvPr id="74" name="Frame 74"/>
          <p:cNvSpPr/>
          <p:nvPr/>
        </p:nvSpPr>
        <p:spPr>
          <a:xfrm>
            <a:off x="4841265" y="3365500"/>
            <a:ext cx="33020" cy="139700"/>
          </a:xfrm>
          <a:prstGeom prst="roundRect">
            <a:avLst>
              <a:gd name="adj" fmla="val 50000"/>
            </a:avLst>
          </a:prstGeom>
          <a:solidFill>
            <a:srgbClr val="5B9BD5"/>
          </a:solidFill>
          <a:ln>
            <a:noFill/>
          </a:ln>
        </p:spPr>
        <p:txBody>
          <a:bodyPr rtlCol="0" anchor="ctr" wrap="none" lIns="0" tIns="0" rIns="0" bIns="0"/>
          <a:lstStyle/>
          <a:p>
            <a:endParaRPr lang="en-US"/>
          </a:p>
        </p:txBody>
      </p:sp>
      <p:sp>
        <p:nvSpPr>
          <p:cNvPr id="75" name="Frame 75"/>
          <p:cNvSpPr/>
          <p:nvPr/>
        </p:nvSpPr>
        <p:spPr>
          <a:xfrm>
            <a:off x="4889525" y="3365500"/>
            <a:ext cx="33020" cy="139700"/>
          </a:xfrm>
          <a:prstGeom prst="roundRect">
            <a:avLst>
              <a:gd name="adj" fmla="val 50000"/>
            </a:avLst>
          </a:prstGeom>
          <a:solidFill>
            <a:srgbClr val="5B9BD5"/>
          </a:solidFill>
          <a:ln>
            <a:noFill/>
          </a:ln>
        </p:spPr>
        <p:txBody>
          <a:bodyPr rtlCol="0" anchor="ctr" wrap="none" lIns="0" tIns="0" rIns="0" bIns="0"/>
          <a:lstStyle/>
          <a:p>
            <a:endParaRPr lang="en-US"/>
          </a:p>
        </p:txBody>
      </p:sp>
      <p:sp>
        <p:nvSpPr>
          <p:cNvPr id="76" name="Frame 76"/>
          <p:cNvSpPr/>
          <p:nvPr/>
        </p:nvSpPr>
        <p:spPr>
          <a:xfrm>
            <a:off x="4937785" y="3365500"/>
            <a:ext cx="33020" cy="139700"/>
          </a:xfrm>
          <a:prstGeom prst="roundRect">
            <a:avLst>
              <a:gd name="adj" fmla="val 50000"/>
            </a:avLst>
          </a:prstGeom>
          <a:solidFill>
            <a:srgbClr val="5B9BD5"/>
          </a:solidFill>
          <a:ln>
            <a:noFill/>
          </a:ln>
        </p:spPr>
        <p:txBody>
          <a:bodyPr rtlCol="0" anchor="ctr" wrap="none" lIns="0" tIns="0" rIns="0" bIns="0"/>
          <a:lstStyle/>
          <a:p>
            <a:endParaRPr lang="en-US"/>
          </a:p>
        </p:txBody>
      </p:sp>
      <p:sp>
        <p:nvSpPr>
          <p:cNvPr id="77" name="Frame 77"/>
          <p:cNvSpPr/>
          <p:nvPr/>
        </p:nvSpPr>
        <p:spPr>
          <a:xfrm>
            <a:off x="4986045" y="3365500"/>
            <a:ext cx="33020" cy="139700"/>
          </a:xfrm>
          <a:prstGeom prst="roundRect">
            <a:avLst>
              <a:gd name="adj" fmla="val 50000"/>
            </a:avLst>
          </a:prstGeom>
          <a:solidFill>
            <a:srgbClr val="5B9BD5"/>
          </a:solidFill>
          <a:ln>
            <a:noFill/>
          </a:ln>
        </p:spPr>
        <p:txBody>
          <a:bodyPr rtlCol="0" anchor="ctr" wrap="none" lIns="0" tIns="0" rIns="0" bIns="0"/>
          <a:lstStyle/>
          <a:p>
            <a:endParaRPr lang="en-US"/>
          </a:p>
        </p:txBody>
      </p:sp>
      <p:sp>
        <p:nvSpPr>
          <p:cNvPr id="78" name="Frame 78"/>
          <p:cNvSpPr/>
          <p:nvPr/>
        </p:nvSpPr>
        <p:spPr>
          <a:xfrm>
            <a:off x="5034305" y="3365500"/>
            <a:ext cx="33020" cy="13970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rtlCol="0" anchor="ctr" wrap="none" lIns="0" tIns="0" rIns="0" bIns="0"/>
          <a:lstStyle/>
          <a:p>
            <a:endParaRPr lang="en-US"/>
          </a:p>
        </p:txBody>
      </p:sp>
      <p:sp>
        <p:nvSpPr>
          <p:cNvPr id="79" name="Frame 79"/>
          <p:cNvSpPr/>
          <p:nvPr/>
        </p:nvSpPr>
        <p:spPr>
          <a:xfrm>
            <a:off x="5082565" y="3365500"/>
            <a:ext cx="33020" cy="139700"/>
          </a:xfrm>
          <a:prstGeom prst="roundRect">
            <a:avLst>
              <a:gd name="adj" fmla="val 50000"/>
            </a:avLst>
          </a:prstGeom>
          <a:solidFill>
            <a:srgbClr val="5B9BD5"/>
          </a:solidFill>
          <a:ln>
            <a:noFill/>
          </a:ln>
        </p:spPr>
        <p:txBody>
          <a:bodyPr rtlCol="0" anchor="ctr" wrap="none" lIns="0" tIns="0" rIns="0" bIns="0"/>
          <a:lstStyle/>
          <a:p>
            <a:endParaRPr lang="en-US"/>
          </a:p>
        </p:txBody>
      </p:sp>
      <p:sp>
        <p:nvSpPr>
          <p:cNvPr id="80" name="Frame 80"/>
          <p:cNvSpPr/>
          <p:nvPr/>
        </p:nvSpPr>
        <p:spPr>
          <a:xfrm>
            <a:off x="5130825" y="3365500"/>
            <a:ext cx="33020" cy="139700"/>
          </a:xfrm>
          <a:prstGeom prst="roundRect">
            <a:avLst>
              <a:gd name="adj" fmla="val 50000"/>
            </a:avLst>
          </a:prstGeom>
          <a:solidFill>
            <a:srgbClr val="5B9BD5"/>
          </a:solidFill>
          <a:ln>
            <a:noFill/>
          </a:ln>
        </p:spPr>
        <p:txBody>
          <a:bodyPr rtlCol="0" anchor="ctr" wrap="none" lIns="0" tIns="0" rIns="0" bIns="0"/>
          <a:lstStyle/>
          <a:p>
            <a:endParaRPr lang="en-US"/>
          </a:p>
        </p:txBody>
      </p:sp>
      <p:sp>
        <p:nvSpPr>
          <p:cNvPr id="81" name="Frame 81"/>
          <p:cNvSpPr/>
          <p:nvPr/>
        </p:nvSpPr>
        <p:spPr>
          <a:xfrm>
            <a:off x="5179085" y="3365500"/>
            <a:ext cx="33020" cy="139700"/>
          </a:xfrm>
          <a:prstGeom prst="roundRect">
            <a:avLst>
              <a:gd name="adj" fmla="val 50000"/>
            </a:avLst>
          </a:prstGeom>
          <a:solidFill>
            <a:srgbClr val="5B9BD5"/>
          </a:solidFill>
          <a:ln>
            <a:noFill/>
          </a:ln>
        </p:spPr>
        <p:txBody>
          <a:bodyPr rtlCol="0" anchor="ctr" wrap="none" lIns="0" tIns="0" rIns="0" bIns="0"/>
          <a:lstStyle/>
          <a:p>
            <a:endParaRPr lang="en-US"/>
          </a:p>
        </p:txBody>
      </p:sp>
      <p:sp>
        <p:nvSpPr>
          <p:cNvPr id="82" name="Frame 82"/>
          <p:cNvSpPr/>
          <p:nvPr/>
        </p:nvSpPr>
        <p:spPr>
          <a:xfrm>
            <a:off x="5227345" y="3365500"/>
            <a:ext cx="33020" cy="139700"/>
          </a:xfrm>
          <a:prstGeom prst="roundRect">
            <a:avLst>
              <a:gd name="adj" fmla="val 50000"/>
            </a:avLst>
          </a:prstGeom>
          <a:solidFill>
            <a:srgbClr val="5B9BD5"/>
          </a:solidFill>
          <a:ln>
            <a:noFill/>
          </a:ln>
        </p:spPr>
        <p:txBody>
          <a:bodyPr rtlCol="0" anchor="ctr" wrap="none" lIns="0" tIns="0" rIns="0" bIns="0"/>
          <a:lstStyle/>
          <a:p>
            <a:endParaRPr lang="en-US"/>
          </a:p>
        </p:txBody>
      </p:sp>
      <p:sp>
        <p:nvSpPr>
          <p:cNvPr id="83" name="Frame 83"/>
          <p:cNvSpPr/>
          <p:nvPr/>
        </p:nvSpPr>
        <p:spPr>
          <a:xfrm>
            <a:off x="5275605" y="3365500"/>
            <a:ext cx="33020" cy="139700"/>
          </a:xfrm>
          <a:prstGeom prst="roundRect">
            <a:avLst>
              <a:gd name="adj" fmla="val 50000"/>
            </a:avLst>
          </a:prstGeom>
          <a:solidFill>
            <a:srgbClr val="5B9BD5"/>
          </a:solidFill>
          <a:ln>
            <a:noFill/>
          </a:ln>
        </p:spPr>
        <p:txBody>
          <a:bodyPr rtlCol="0" anchor="ctr" wrap="none" lIns="0" tIns="0" rIns="0" bIns="0"/>
          <a:lstStyle/>
          <a:p>
            <a:endParaRPr lang="en-US"/>
          </a:p>
        </p:txBody>
      </p:sp>
      <p:sp>
        <p:nvSpPr>
          <p:cNvPr id="84" name="Caption 84"/>
          <p:cNvSpPr txBox="1"/>
          <p:nvPr/>
        </p:nvSpPr>
        <p:spPr>
          <a:xfrm>
            <a:off x="4358665" y="3543300"/>
            <a:ext cx="949960" cy="86360"/>
          </a:xfrm>
          <a:prstGeom prst="rect">
            <a:avLst/>
          </a:prstGeom>
          <a:noFill/>
        </p:spPr>
        <p:txBody>
          <a:bodyPr rtlCol="0" anchor="ctr" wrap="none" lIns="0" tIns="0" rIns="0" bIns="0">
            <a:spAutoFit/>
          </a:bodyPr>
          <a:lstStyle/>
          <a:p>
            <a:pPr algn="ctr"/>
            <a:r>
              <a:rPr lang="en-US" sz="580" dirty="0">
                <a:solidFill>
                  <a:srgbClr val="000000"/>
                </a:solidFill>
                <a:latin typeface="Times New Roman"/>
                <a:cs typeface="Times New Roman"/>
              </a:rPr>
              <a:t>framestrip</a:t>
            </a:r>
          </a:p>
        </p:txBody>
      </p:sp>
      <p:sp>
        <p:nvSpPr>
          <p:cNvPr id="85" name="Density 85"/>
          <p:cNvSpPr/>
          <p:nvPr/>
        </p:nvSpPr>
        <p:spPr>
          <a:xfrm>
            <a:off x="5486425" y="3242564"/>
            <a:ext cx="558800" cy="262636"/>
          </a:xfrm>
          <a:custGeom>
            <a:avLst/>
            <a:gdLst/>
            <a:ahLst/>
            <a:cxnLst/>
            <a:rect l="0" t="0" r="r" b="b"/>
            <a:pathLst>
              <a:path w="558800" h="262636">
                <a:moveTo>
                  <a:pt x="0" y="262636"/>
                </a:moveTo>
                <a:lnTo>
                  <a:pt x="0" y="259718"/>
                </a:lnTo>
                <a:lnTo>
                  <a:pt x="17462" y="257605"/>
                </a:lnTo>
                <a:lnTo>
                  <a:pt x="34925" y="254259"/>
                </a:lnTo>
                <a:lnTo>
                  <a:pt x="52388" y="249171"/>
                </a:lnTo>
                <a:lnTo>
                  <a:pt x="69850" y="241741"/>
                </a:lnTo>
                <a:lnTo>
                  <a:pt x="87312" y="231330"/>
                </a:lnTo>
                <a:lnTo>
                  <a:pt x="104775" y="217352"/>
                </a:lnTo>
                <a:lnTo>
                  <a:pt x="122238" y="199396"/>
                </a:lnTo>
                <a:lnTo>
                  <a:pt x="139700" y="177371"/>
                </a:lnTo>
                <a:lnTo>
                  <a:pt x="157162" y="151646"/>
                </a:lnTo>
                <a:lnTo>
                  <a:pt x="174625" y="123151"/>
                </a:lnTo>
                <a:lnTo>
                  <a:pt x="192088" y="93396"/>
                </a:lnTo>
                <a:lnTo>
                  <a:pt x="209550" y="64388"/>
                </a:lnTo>
                <a:lnTo>
                  <a:pt x="227012" y="38430"/>
                </a:lnTo>
                <a:lnTo>
                  <a:pt x="244475" y="17832"/>
                </a:lnTo>
                <a:lnTo>
                  <a:pt x="261938" y="4576"/>
                </a:lnTo>
                <a:lnTo>
                  <a:pt x="279400" y="0"/>
                </a:lnTo>
                <a:lnTo>
                  <a:pt x="296862" y="4576"/>
                </a:lnTo>
                <a:lnTo>
                  <a:pt x="314325" y="17832"/>
                </a:lnTo>
                <a:lnTo>
                  <a:pt x="331788" y="38430"/>
                </a:lnTo>
                <a:lnTo>
                  <a:pt x="349250" y="64388"/>
                </a:lnTo>
                <a:lnTo>
                  <a:pt x="366712" y="93396"/>
                </a:lnTo>
                <a:lnTo>
                  <a:pt x="384175" y="123151"/>
                </a:lnTo>
                <a:lnTo>
                  <a:pt x="401638" y="151646"/>
                </a:lnTo>
                <a:lnTo>
                  <a:pt x="419100" y="177371"/>
                </a:lnTo>
                <a:lnTo>
                  <a:pt x="436562" y="199396"/>
                </a:lnTo>
                <a:lnTo>
                  <a:pt x="454025" y="217352"/>
                </a:lnTo>
                <a:lnTo>
                  <a:pt x="471488" y="231330"/>
                </a:lnTo>
                <a:lnTo>
                  <a:pt x="488950" y="241741"/>
                </a:lnTo>
                <a:lnTo>
                  <a:pt x="506412" y="249171"/>
                </a:lnTo>
                <a:lnTo>
                  <a:pt x="523875" y="254259"/>
                </a:lnTo>
                <a:lnTo>
                  <a:pt x="541338" y="257605"/>
                </a:lnTo>
                <a:lnTo>
                  <a:pt x="558800" y="259718"/>
                </a:lnTo>
                <a:lnTo>
                  <a:pt x="558800" y="262636"/>
                </a:lnTo>
                <a:close/>
              </a:path>
            </a:pathLst>
          </a:custGeom>
          <a:solidFill>
            <a:srgbClr val="B7DDE8"/>
          </a:solidFill>
          <a:ln w="8255" cap="flat">
            <a:solidFill>
              <a:srgbClr val="000000"/>
            </a:solidFill>
            <a:miter lim="800000"/>
          </a:ln>
        </p:spPr>
        <p:txBody>
          <a:bodyPr rtlCol="0" anchor="ctr" wrap="none" lIns="0" tIns="0" rIns="0" bIns="0"/>
          <a:lstStyle/>
          <a:p>
            <a:endParaRPr lang="en-US"/>
          </a:p>
        </p:txBody>
      </p:sp>
      <p:sp>
        <p:nvSpPr>
          <p:cNvPr id="86" name="Caption 86"/>
          <p:cNvSpPr txBox="1"/>
          <p:nvPr/>
        </p:nvSpPr>
        <p:spPr>
          <a:xfrm>
            <a:off x="5486425" y="3543300"/>
            <a:ext cx="558800" cy="86360"/>
          </a:xfrm>
          <a:prstGeom prst="rect">
            <a:avLst/>
          </a:prstGeom>
          <a:noFill/>
        </p:spPr>
        <p:txBody>
          <a:bodyPr rtlCol="0" anchor="ctr" wrap="none" lIns="0" tIns="0" rIns="0" bIns="0">
            <a:spAutoFit/>
          </a:bodyPr>
          <a:lstStyle/>
          <a:p>
            <a:pPr algn="ctr"/>
            <a:r>
              <a:rPr lang="en-US" sz="580" dirty="0">
                <a:solidFill>
                  <a:srgbClr val="000000"/>
                </a:solidFill>
                <a:latin typeface="Times New Roman"/>
                <a:cs typeface="Times New Roman"/>
              </a:rPr>
              <a:t>dist</a:t>
            </a:r>
          </a:p>
        </p:txBody>
      </p:sp>
      <p:sp>
        <p:nvSpPr>
          <p:cNvPr id="87" name="Density 87"/>
          <p:cNvSpPr/>
          <p:nvPr/>
        </p:nvSpPr>
        <p:spPr>
          <a:xfrm>
            <a:off x="4762602" y="3798857"/>
            <a:ext cx="558800" cy="262603"/>
          </a:xfrm>
          <a:custGeom>
            <a:avLst/>
            <a:gdLst/>
            <a:ahLst/>
            <a:cxnLst/>
            <a:rect l="0" t="0" r="r" b="b"/>
            <a:pathLst>
              <a:path w="558800" h="262603">
                <a:moveTo>
                  <a:pt x="0" y="262603"/>
                </a:moveTo>
                <a:lnTo>
                  <a:pt x="0" y="206094"/>
                </a:lnTo>
                <a:lnTo>
                  <a:pt x="17462" y="177350"/>
                </a:lnTo>
                <a:lnTo>
                  <a:pt x="34925" y="141949"/>
                </a:lnTo>
                <a:lnTo>
                  <a:pt x="52388" y="102422"/>
                </a:lnTo>
                <a:lnTo>
                  <a:pt x="69850" y="63112"/>
                </a:lnTo>
                <a:lnTo>
                  <a:pt x="87312" y="29540"/>
                </a:lnTo>
                <a:lnTo>
                  <a:pt x="104775" y="7177"/>
                </a:lnTo>
                <a:lnTo>
                  <a:pt x="122238" y="0"/>
                </a:lnTo>
                <a:lnTo>
                  <a:pt x="139700" y="9332"/>
                </a:lnTo>
                <a:lnTo>
                  <a:pt x="157162" y="33437"/>
                </a:lnTo>
                <a:lnTo>
                  <a:pt x="174625" y="68033"/>
                </a:lnTo>
                <a:lnTo>
                  <a:pt x="192088" y="107499"/>
                </a:lnTo>
                <a:lnTo>
                  <a:pt x="209550" y="146288"/>
                </a:lnTo>
                <a:lnTo>
                  <a:pt x="227012" y="180049"/>
                </a:lnTo>
                <a:lnTo>
                  <a:pt x="244475" y="206117"/>
                </a:lnTo>
                <a:lnTo>
                  <a:pt x="261938" y="223397"/>
                </a:lnTo>
                <a:lnTo>
                  <a:pt x="279400" y="231852"/>
                </a:lnTo>
                <a:lnTo>
                  <a:pt x="296862" y="231956"/>
                </a:lnTo>
                <a:lnTo>
                  <a:pt x="314325" y="224356"/>
                </a:lnTo>
                <a:lnTo>
                  <a:pt x="331788" y="209879"/>
                </a:lnTo>
                <a:lnTo>
                  <a:pt x="349250" y="189798"/>
                </a:lnTo>
                <a:lnTo>
                  <a:pt x="366712" y="166149"/>
                </a:lnTo>
                <a:lnTo>
                  <a:pt x="384175" y="141856"/>
                </a:lnTo>
                <a:lnTo>
                  <a:pt x="401638" y="120478"/>
                </a:lnTo>
                <a:lnTo>
                  <a:pt x="419100" y="105560"/>
                </a:lnTo>
                <a:lnTo>
                  <a:pt x="436562" y="99785"/>
                </a:lnTo>
                <a:lnTo>
                  <a:pt x="454025" y="104238"/>
                </a:lnTo>
                <a:lnTo>
                  <a:pt x="471488" y="118104"/>
                </a:lnTo>
                <a:lnTo>
                  <a:pt x="488950" y="138919"/>
                </a:lnTo>
                <a:lnTo>
                  <a:pt x="506412" y="163291"/>
                </a:lnTo>
                <a:lnTo>
                  <a:pt x="523875" y="187798"/>
                </a:lnTo>
                <a:lnTo>
                  <a:pt x="541338" y="209746"/>
                </a:lnTo>
                <a:lnTo>
                  <a:pt x="558800" y="227568"/>
                </a:lnTo>
                <a:lnTo>
                  <a:pt x="558800" y="262603"/>
                </a:lnTo>
                <a:close/>
              </a:path>
            </a:pathLst>
          </a:custGeom>
          <a:solidFill>
            <a:srgbClr val="B7DDE8"/>
          </a:solidFill>
          <a:ln w="8255" cap="flat">
            <a:solidFill>
              <a:srgbClr val="000000"/>
            </a:solidFill>
            <a:miter lim="800000"/>
          </a:ln>
        </p:spPr>
        <p:txBody>
          <a:bodyPr rtlCol="0" anchor="ctr" wrap="none" lIns="0" tIns="0" rIns="0" bIns="0"/>
          <a:lstStyle/>
          <a:p>
            <a:endParaRPr lang="en-US"/>
          </a:p>
        </p:txBody>
      </p:sp>
      <p:sp>
        <p:nvSpPr>
          <p:cNvPr id="88" name="Caption 88"/>
          <p:cNvSpPr txBox="1"/>
          <p:nvPr/>
        </p:nvSpPr>
        <p:spPr>
          <a:xfrm>
            <a:off x="4762602" y="4099560"/>
            <a:ext cx="558800" cy="86360"/>
          </a:xfrm>
          <a:prstGeom prst="rect">
            <a:avLst/>
          </a:prstGeom>
          <a:noFill/>
        </p:spPr>
        <p:txBody>
          <a:bodyPr rtlCol="0" anchor="ctr" wrap="none" lIns="0" tIns="0" rIns="0" bIns="0">
            <a:spAutoFit/>
          </a:bodyPr>
          <a:lstStyle/>
          <a:p>
            <a:pPr algn="ctr"/>
            <a:r>
              <a:rPr lang="en-US" sz="580" dirty="0">
                <a:solidFill>
                  <a:srgbClr val="000000"/>
                </a:solidFill>
                <a:latin typeface="Times New Roman"/>
                <a:cs typeface="Times New Roman"/>
              </a:rPr>
              <a:t>dist</a:t>
            </a:r>
          </a:p>
        </p:txBody>
      </p:sp>
      <p:sp>
        <p:nvSpPr>
          <p:cNvPr id="89" name="Brace 89"/>
          <p:cNvSpPr/>
          <p:nvPr/>
        </p:nvSpPr>
        <p:spPr>
          <a:xfrm>
            <a:off x="5499202" y="3731260"/>
            <a:ext cx="60960" cy="330200"/>
          </a:xfrm>
          <a:custGeom>
            <a:avLst/>
            <a:gdLst/>
            <a:ahLst/>
            <a:cxnLst/>
            <a:rect l="0" t="0" r="r" b="b"/>
            <a:pathLst>
              <a:path w="60960" h="330200" fill="none">
                <a:moveTo>
                  <a:pt x="0" y="0"/>
                </a:moveTo>
                <a:lnTo>
                  <a:pt x="38100" y="39624"/>
                </a:lnTo>
                <a:lnTo>
                  <a:pt x="38100" y="145288"/>
                </a:lnTo>
                <a:lnTo>
                  <a:pt x="60960" y="165100"/>
                </a:lnTo>
                <a:lnTo>
                  <a:pt x="38100" y="184912"/>
                </a:lnTo>
                <a:lnTo>
                  <a:pt x="38100" y="290576"/>
                </a:lnTo>
                <a:lnTo>
                  <a:pt x="0" y="330200"/>
                </a:lnTo>
              </a:path>
            </a:pathLst>
          </a:custGeom>
          <a:noFill/>
          <a:ln w="6096" cap="flat">
            <a:solidFill>
              <a:srgbClr val="000000"/>
            </a:solidFill>
            <a:miter lim="800000"/>
          </a:ln>
        </p:spPr>
        <p:txBody>
          <a:bodyPr rtlCol="0" anchor="ctr" wrap="none" lIns="0" tIns="0" rIns="0" bIns="0"/>
          <a:lstStyle/>
          <a:p>
            <a:endParaRPr lang="en-US"/>
          </a:p>
        </p:txBody>
      </p:sp>
      <p:sp>
        <p:nvSpPr>
          <p:cNvPr id="90" name="Caption 90"/>
          <p:cNvSpPr txBox="1"/>
          <p:nvPr/>
        </p:nvSpPr>
        <p:spPr>
          <a:xfrm>
            <a:off x="5499202" y="4099560"/>
            <a:ext cx="159474" cy="86360"/>
          </a:xfrm>
          <a:prstGeom prst="rect">
            <a:avLst/>
          </a:prstGeom>
          <a:noFill/>
        </p:spPr>
        <p:txBody>
          <a:bodyPr rtlCol="0" anchor="ctr" wrap="none" lIns="0" tIns="0" rIns="0" bIns="0">
            <a:spAutoFit/>
          </a:bodyPr>
          <a:lstStyle/>
          <a:p>
            <a:pPr algn="ctr"/>
            <a:r>
              <a:rPr lang="en-US" sz="580" dirty="0">
                <a:solidFill>
                  <a:srgbClr val="000000"/>
                </a:solidFill>
                <a:latin typeface="Times New Roman"/>
                <a:cs typeface="Times New Roman"/>
              </a:rPr>
              <a:t>brace</a:t>
            </a:r>
          </a:p>
        </p:txBody>
      </p:sp>
      <p:sp>
        <p:nvSpPr>
          <p:cNvPr id="91" name="Dot 91"/>
          <p:cNvSpPr/>
          <p:nvPr/>
        </p:nvSpPr>
        <p:spPr>
          <a:xfrm>
            <a:off x="5875329" y="3997325"/>
            <a:ext cx="26670" cy="2667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rtlCol="0" anchor="ctr" wrap="none" lIns="0" tIns="0" rIns="0" bIns="0"/>
          <a:lstStyle/>
          <a:p>
            <a:endParaRPr lang="en-US"/>
          </a:p>
        </p:txBody>
      </p:sp>
      <p:sp>
        <p:nvSpPr>
          <p:cNvPr id="92" name="Dot 92"/>
          <p:cNvSpPr/>
          <p:nvPr/>
        </p:nvSpPr>
        <p:spPr>
          <a:xfrm>
            <a:off x="5927517" y="3997325"/>
            <a:ext cx="26670" cy="2667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rtlCol="0" anchor="ctr" wrap="none" lIns="0" tIns="0" rIns="0" bIns="0"/>
          <a:lstStyle/>
          <a:p>
            <a:endParaRPr lang="en-US"/>
          </a:p>
        </p:txBody>
      </p:sp>
      <p:sp>
        <p:nvSpPr>
          <p:cNvPr id="93" name="Dot 93"/>
          <p:cNvSpPr/>
          <p:nvPr/>
        </p:nvSpPr>
        <p:spPr>
          <a:xfrm>
            <a:off x="5979705" y="3997325"/>
            <a:ext cx="26670" cy="2667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rtlCol="0" anchor="ctr" wrap="none" lIns="0" tIns="0" rIns="0" bIns="0"/>
          <a:lstStyle/>
          <a:p>
            <a:endParaRPr lang="en-US"/>
          </a:p>
        </p:txBody>
      </p:sp>
      <p:sp>
        <p:nvSpPr>
          <p:cNvPr id="94" name="Caption 94"/>
          <p:cNvSpPr txBox="1"/>
          <p:nvPr/>
        </p:nvSpPr>
        <p:spPr>
          <a:xfrm>
            <a:off x="5836476" y="4099560"/>
            <a:ext cx="208752" cy="86360"/>
          </a:xfrm>
          <a:prstGeom prst="rect">
            <a:avLst/>
          </a:prstGeom>
          <a:noFill/>
        </p:spPr>
        <p:txBody>
          <a:bodyPr rtlCol="0" anchor="ctr" wrap="none" lIns="0" tIns="0" rIns="0" bIns="0">
            <a:spAutoFit/>
          </a:bodyPr>
          <a:lstStyle/>
          <a:p>
            <a:pPr algn="ctr"/>
            <a:r>
              <a:rPr lang="en-US" sz="580" dirty="0">
                <a:solidFill>
                  <a:srgbClr val="000000"/>
                </a:solidFill>
                <a:latin typeface="Times New Roman"/>
                <a:cs typeface="Times New Roman"/>
              </a:rPr>
              <a:t>ellipsis</a:t>
            </a:r>
          </a:p>
        </p:txBody>
      </p:sp>
      <p:sp>
        <p:nvSpPr>
          <p:cNvPr id="95" name="Stage 95"/>
          <p:cNvSpPr/>
          <p:nvPr/>
        </p:nvSpPr>
        <p:spPr>
          <a:xfrm>
            <a:off x="2330450" y="4653280"/>
            <a:ext cx="3924300" cy="3472180"/>
          </a:xfrm>
          <a:prstGeom prst="roundRect">
            <a:avLst>
              <a:gd name="adj" fmla="val 950"/>
            </a:avLst>
          </a:prstGeom>
          <a:noFill/>
          <a:ln w="6985" cap="flat">
            <a:solidFill>
              <a:srgbClr val="A5A5A5"/>
            </a:solidFill>
            <a:prstDash val="dash"/>
            <a:miter lim="800000"/>
          </a:ln>
        </p:spPr>
        <p:txBody>
          <a:bodyPr rtlCol="0" anchor="ctr" wrap="none" lIns="0" tIns="0" rIns="0" bIns="0"/>
          <a:lstStyle/>
          <a:p>
            <a:endParaRPr lang="en-US"/>
          </a:p>
        </p:txBody>
      </p:sp>
      <p:sp>
        <p:nvSpPr>
          <p:cNvPr id="96" name="StageTitle 96"/>
          <p:cNvSpPr txBox="1"/>
          <p:nvPr/>
        </p:nvSpPr>
        <p:spPr>
          <a:xfrm>
            <a:off x="2330450" y="4503420"/>
            <a:ext cx="3924300" cy="124460"/>
          </a:xfrm>
          <a:prstGeom prst="rect">
            <a:avLst/>
          </a:prstGeom>
          <a:noFill/>
        </p:spPr>
        <p:txBody>
          <a:bodyPr rtlCol="0" anchor="ctr" wrap="none" lIns="0" tIns="0" rIns="0" bIns="0">
            <a:spAutoFit/>
          </a:bodyPr>
          <a:lstStyle/>
          <a:p>
            <a:pPr algn="l"/>
            <a:r>
              <a:rPr lang="en-US" sz="780" b="1" dirty="0">
                <a:solidFill>
                  <a:srgbClr val="000000"/>
                </a:solidFill>
                <a:latin typeface="Times New Roman"/>
                <a:cs typeface="Times New Roman"/>
              </a:rPr>
              <a:t>Tint ladders -- fills come from pale/light/soft, ink from strong/deep</a:t>
            </a:r>
          </a:p>
        </p:txBody>
      </p:sp>
      <p:sp>
        <p:nvSpPr>
          <p:cNvPr id="97" name="Label 97"/>
          <p:cNvSpPr txBox="1"/>
          <p:nvPr/>
        </p:nvSpPr>
        <p:spPr>
          <a:xfrm>
            <a:off x="2432050" y="4845050"/>
            <a:ext cx="431800" cy="81280"/>
          </a:xfrm>
          <a:prstGeom prst="rect">
            <a:avLst/>
          </a:prstGeom>
          <a:noFill/>
        </p:spPr>
        <p:txBody>
          <a:bodyPr rtlCol="0" anchor="ctr" wrap="none" lIns="0" tIns="0" rIns="0" bIns="0">
            <a:spAutoFit/>
          </a:bodyPr>
          <a:lstStyle/>
          <a:p>
            <a:pPr algn="ctr"/>
            <a:r>
              <a:rPr lang="en-US" sz="640" dirty="0">
                <a:solidFill>
                  <a:srgbClr val="000000"/>
                </a:solidFill>
                <a:latin typeface="Times New Roman"/>
                <a:cs typeface="Times New Roman"/>
              </a:rPr>
              <a:t>blue</a:t>
            </a:r>
          </a:p>
        </p:txBody>
      </p:sp>
      <p:sp>
        <p:nvSpPr>
          <p:cNvPr id="98" name="Module 98"/>
          <p:cNvSpPr/>
          <p:nvPr/>
        </p:nvSpPr>
        <p:spPr>
          <a:xfrm>
            <a:off x="2901950" y="4754880"/>
            <a:ext cx="431800" cy="165100"/>
          </a:xfrm>
          <a:prstGeom prst="rect">
            <a:avLst/>
          </a:prstGeom>
          <a:solidFill>
            <a:srgbClr val="EBF5F8"/>
          </a:solidFill>
          <a:ln w="3810" cap="flat">
            <a:solidFill>
              <a:srgbClr val="000000"/>
            </a:solidFill>
            <a:miter lim="800000"/>
          </a:ln>
        </p:spPr>
        <p:txBody>
          <a:bodyPr rtlCol="0" anchor="ctr" wrap="none" lIns="0" tIns="0" rIns="0" bIns="0"/>
          <a:lstStyle/>
          <a:p>
            <a:endParaRPr lang="en-US"/>
          </a:p>
        </p:txBody>
      </p:sp>
      <p:sp>
        <p:nvSpPr>
          <p:cNvPr id="99" name="Caption 99"/>
          <p:cNvSpPr txBox="1"/>
          <p:nvPr/>
        </p:nvSpPr>
        <p:spPr>
          <a:xfrm>
            <a:off x="2901950" y="4958080"/>
            <a:ext cx="431800" cy="71120"/>
          </a:xfrm>
          <a:prstGeom prst="rect">
            <a:avLst/>
          </a:prstGeom>
          <a:noFill/>
        </p:spPr>
        <p:txBody>
          <a:bodyPr rtlCol="0" anchor="ctr" wrap="none" lIns="0" tIns="0" rIns="0" bIns="0">
            <a:spAutoFit/>
          </a:bodyPr>
          <a:lstStyle/>
          <a:p>
            <a:pPr algn="ctr"/>
            <a:r>
              <a:rPr lang="en-US" sz="460" dirty="0">
                <a:solidFill>
                  <a:srgbClr val="000000"/>
                </a:solidFill>
                <a:latin typeface="Times New Roman"/>
                <a:cs typeface="Times New Roman"/>
              </a:rPr>
              <a:t>#EBF5F8</a:t>
            </a:r>
          </a:p>
        </p:txBody>
      </p:sp>
      <p:sp>
        <p:nvSpPr>
          <p:cNvPr id="100" name="Module 100"/>
          <p:cNvSpPr/>
          <p:nvPr/>
        </p:nvSpPr>
        <p:spPr>
          <a:xfrm>
            <a:off x="3371850" y="4754880"/>
            <a:ext cx="431800" cy="165100"/>
          </a:xfrm>
          <a:prstGeom prst="rect">
            <a:avLst/>
          </a:prstGeom>
          <a:solidFill>
            <a:srgbClr val="DBEEF3"/>
          </a:solidFill>
          <a:ln w="3810" cap="flat">
            <a:solidFill>
              <a:srgbClr val="000000"/>
            </a:solidFill>
            <a:miter lim="800000"/>
          </a:ln>
        </p:spPr>
        <p:txBody>
          <a:bodyPr rtlCol="0" anchor="ctr" wrap="none" lIns="0" tIns="0" rIns="0" bIns="0"/>
          <a:lstStyle/>
          <a:p>
            <a:endParaRPr lang="en-US"/>
          </a:p>
        </p:txBody>
      </p:sp>
      <p:sp>
        <p:nvSpPr>
          <p:cNvPr id="101" name="Caption 101"/>
          <p:cNvSpPr txBox="1"/>
          <p:nvPr/>
        </p:nvSpPr>
        <p:spPr>
          <a:xfrm>
            <a:off x="3371850" y="4958080"/>
            <a:ext cx="431800" cy="71120"/>
          </a:xfrm>
          <a:prstGeom prst="rect">
            <a:avLst/>
          </a:prstGeom>
          <a:noFill/>
        </p:spPr>
        <p:txBody>
          <a:bodyPr rtlCol="0" anchor="ctr" wrap="none" lIns="0" tIns="0" rIns="0" bIns="0">
            <a:spAutoFit/>
          </a:bodyPr>
          <a:lstStyle/>
          <a:p>
            <a:pPr algn="ctr"/>
            <a:r>
              <a:rPr lang="en-US" sz="460" dirty="0">
                <a:solidFill>
                  <a:srgbClr val="000000"/>
                </a:solidFill>
                <a:latin typeface="Times New Roman"/>
                <a:cs typeface="Times New Roman"/>
              </a:rPr>
              <a:t>#DBEEF3</a:t>
            </a:r>
          </a:p>
        </p:txBody>
      </p:sp>
      <p:sp>
        <p:nvSpPr>
          <p:cNvPr id="102" name="Module 102"/>
          <p:cNvSpPr/>
          <p:nvPr/>
        </p:nvSpPr>
        <p:spPr>
          <a:xfrm>
            <a:off x="3841750" y="4754880"/>
            <a:ext cx="431800" cy="165100"/>
          </a:xfrm>
          <a:prstGeom prst="rect">
            <a:avLst/>
          </a:prstGeom>
          <a:solidFill>
            <a:srgbClr val="B7DDE8"/>
          </a:solidFill>
          <a:ln w="3810" cap="flat">
            <a:solidFill>
              <a:srgbClr val="000000"/>
            </a:solidFill>
            <a:miter lim="800000"/>
          </a:ln>
        </p:spPr>
        <p:txBody>
          <a:bodyPr rtlCol="0" anchor="ctr" wrap="none" lIns="0" tIns="0" rIns="0" bIns="0"/>
          <a:lstStyle/>
          <a:p>
            <a:endParaRPr lang="en-US"/>
          </a:p>
        </p:txBody>
      </p:sp>
      <p:sp>
        <p:nvSpPr>
          <p:cNvPr id="103" name="Caption 103"/>
          <p:cNvSpPr txBox="1"/>
          <p:nvPr/>
        </p:nvSpPr>
        <p:spPr>
          <a:xfrm>
            <a:off x="3841750" y="4958080"/>
            <a:ext cx="431800" cy="71120"/>
          </a:xfrm>
          <a:prstGeom prst="rect">
            <a:avLst/>
          </a:prstGeom>
          <a:noFill/>
        </p:spPr>
        <p:txBody>
          <a:bodyPr rtlCol="0" anchor="ctr" wrap="none" lIns="0" tIns="0" rIns="0" bIns="0">
            <a:spAutoFit/>
          </a:bodyPr>
          <a:lstStyle/>
          <a:p>
            <a:pPr algn="ctr"/>
            <a:r>
              <a:rPr lang="en-US" sz="460" dirty="0">
                <a:solidFill>
                  <a:srgbClr val="000000"/>
                </a:solidFill>
                <a:latin typeface="Times New Roman"/>
                <a:cs typeface="Times New Roman"/>
              </a:rPr>
              <a:t>#B7DDE8</a:t>
            </a:r>
          </a:p>
        </p:txBody>
      </p:sp>
      <p:sp>
        <p:nvSpPr>
          <p:cNvPr id="104" name="Module 104"/>
          <p:cNvSpPr/>
          <p:nvPr/>
        </p:nvSpPr>
        <p:spPr>
          <a:xfrm>
            <a:off x="4311650" y="4754880"/>
            <a:ext cx="431800" cy="165100"/>
          </a:xfrm>
          <a:prstGeom prst="rect">
            <a:avLst/>
          </a:prstGeom>
          <a:solidFill>
            <a:srgbClr val="92CDDC"/>
          </a:solidFill>
          <a:ln w="3810" cap="flat">
            <a:solidFill>
              <a:srgbClr val="000000"/>
            </a:solidFill>
            <a:miter lim="800000"/>
          </a:ln>
        </p:spPr>
        <p:txBody>
          <a:bodyPr rtlCol="0" anchor="ctr" wrap="none" lIns="0" tIns="0" rIns="0" bIns="0"/>
          <a:lstStyle/>
          <a:p>
            <a:endParaRPr lang="en-US"/>
          </a:p>
        </p:txBody>
      </p:sp>
      <p:sp>
        <p:nvSpPr>
          <p:cNvPr id="105" name="Caption 105"/>
          <p:cNvSpPr txBox="1"/>
          <p:nvPr/>
        </p:nvSpPr>
        <p:spPr>
          <a:xfrm>
            <a:off x="4311650" y="4958080"/>
            <a:ext cx="431800" cy="71120"/>
          </a:xfrm>
          <a:prstGeom prst="rect">
            <a:avLst/>
          </a:prstGeom>
          <a:noFill/>
        </p:spPr>
        <p:txBody>
          <a:bodyPr rtlCol="0" anchor="ctr" wrap="none" lIns="0" tIns="0" rIns="0" bIns="0">
            <a:spAutoFit/>
          </a:bodyPr>
          <a:lstStyle/>
          <a:p>
            <a:pPr algn="ctr"/>
            <a:r>
              <a:rPr lang="en-US" sz="460" dirty="0">
                <a:solidFill>
                  <a:srgbClr val="000000"/>
                </a:solidFill>
                <a:latin typeface="Times New Roman"/>
                <a:cs typeface="Times New Roman"/>
              </a:rPr>
              <a:t>#92CDDC</a:t>
            </a:r>
          </a:p>
        </p:txBody>
      </p:sp>
      <p:sp>
        <p:nvSpPr>
          <p:cNvPr id="106" name="Module 106"/>
          <p:cNvSpPr/>
          <p:nvPr/>
        </p:nvSpPr>
        <p:spPr>
          <a:xfrm>
            <a:off x="4781550" y="4754880"/>
            <a:ext cx="431800" cy="165100"/>
          </a:xfrm>
          <a:prstGeom prst="rect">
            <a:avLst/>
          </a:prstGeom>
          <a:solidFill>
            <a:srgbClr val="4BACC6"/>
          </a:solidFill>
          <a:ln w="3810" cap="flat">
            <a:solidFill>
              <a:srgbClr val="000000"/>
            </a:solidFill>
            <a:miter lim="800000"/>
          </a:ln>
        </p:spPr>
        <p:txBody>
          <a:bodyPr rtlCol="0" anchor="ctr" wrap="none" lIns="0" tIns="0" rIns="0" bIns="0"/>
          <a:lstStyle/>
          <a:p>
            <a:endParaRPr lang="en-US"/>
          </a:p>
        </p:txBody>
      </p:sp>
      <p:sp>
        <p:nvSpPr>
          <p:cNvPr id="107" name="Caption 107"/>
          <p:cNvSpPr txBox="1"/>
          <p:nvPr/>
        </p:nvSpPr>
        <p:spPr>
          <a:xfrm>
            <a:off x="4781550" y="4958080"/>
            <a:ext cx="431800" cy="71120"/>
          </a:xfrm>
          <a:prstGeom prst="rect">
            <a:avLst/>
          </a:prstGeom>
          <a:noFill/>
        </p:spPr>
        <p:txBody>
          <a:bodyPr rtlCol="0" anchor="ctr" wrap="none" lIns="0" tIns="0" rIns="0" bIns="0">
            <a:spAutoFit/>
          </a:bodyPr>
          <a:lstStyle/>
          <a:p>
            <a:pPr algn="ctr"/>
            <a:r>
              <a:rPr lang="en-US" sz="460" dirty="0">
                <a:solidFill>
                  <a:srgbClr val="000000"/>
                </a:solidFill>
                <a:latin typeface="Times New Roman"/>
                <a:cs typeface="Times New Roman"/>
              </a:rPr>
              <a:t>#4BACC6</a:t>
            </a:r>
          </a:p>
        </p:txBody>
      </p:sp>
      <p:sp>
        <p:nvSpPr>
          <p:cNvPr id="108" name="Module 108"/>
          <p:cNvSpPr/>
          <p:nvPr/>
        </p:nvSpPr>
        <p:spPr>
          <a:xfrm>
            <a:off x="5251450" y="4754880"/>
            <a:ext cx="431800" cy="165100"/>
          </a:xfrm>
          <a:prstGeom prst="rect">
            <a:avLst/>
          </a:prstGeom>
          <a:solidFill>
            <a:srgbClr val="31859B"/>
          </a:solidFill>
          <a:ln w="3810" cap="flat">
            <a:solidFill>
              <a:srgbClr val="000000"/>
            </a:solidFill>
            <a:miter lim="800000"/>
          </a:ln>
        </p:spPr>
        <p:txBody>
          <a:bodyPr rtlCol="0" anchor="ctr" wrap="none" lIns="0" tIns="0" rIns="0" bIns="0"/>
          <a:lstStyle/>
          <a:p>
            <a:endParaRPr lang="en-US"/>
          </a:p>
        </p:txBody>
      </p:sp>
      <p:sp>
        <p:nvSpPr>
          <p:cNvPr id="109" name="Caption 109"/>
          <p:cNvSpPr txBox="1"/>
          <p:nvPr/>
        </p:nvSpPr>
        <p:spPr>
          <a:xfrm>
            <a:off x="5251450" y="4958080"/>
            <a:ext cx="431800" cy="71120"/>
          </a:xfrm>
          <a:prstGeom prst="rect">
            <a:avLst/>
          </a:prstGeom>
          <a:noFill/>
        </p:spPr>
        <p:txBody>
          <a:bodyPr rtlCol="0" anchor="ctr" wrap="none" lIns="0" tIns="0" rIns="0" bIns="0">
            <a:spAutoFit/>
          </a:bodyPr>
          <a:lstStyle/>
          <a:p>
            <a:pPr algn="ctr"/>
            <a:r>
              <a:rPr lang="en-US" sz="460" dirty="0">
                <a:solidFill>
                  <a:srgbClr val="000000"/>
                </a:solidFill>
                <a:latin typeface="Times New Roman"/>
                <a:cs typeface="Times New Roman"/>
              </a:rPr>
              <a:t>#31859B</a:t>
            </a:r>
          </a:p>
        </p:txBody>
      </p:sp>
      <p:sp>
        <p:nvSpPr>
          <p:cNvPr id="110" name="Module 110"/>
          <p:cNvSpPr/>
          <p:nvPr/>
        </p:nvSpPr>
        <p:spPr>
          <a:xfrm>
            <a:off x="5721350" y="4754880"/>
            <a:ext cx="431800" cy="165100"/>
          </a:xfrm>
          <a:prstGeom prst="rect">
            <a:avLst/>
          </a:prstGeom>
          <a:solidFill>
            <a:srgbClr val="205867"/>
          </a:solidFill>
          <a:ln w="3810" cap="flat">
            <a:solidFill>
              <a:srgbClr val="000000"/>
            </a:solidFill>
            <a:miter lim="800000"/>
          </a:ln>
        </p:spPr>
        <p:txBody>
          <a:bodyPr rtlCol="0" anchor="ctr" wrap="none" lIns="0" tIns="0" rIns="0" bIns="0"/>
          <a:lstStyle/>
          <a:p>
            <a:endParaRPr lang="en-US"/>
          </a:p>
        </p:txBody>
      </p:sp>
      <p:sp>
        <p:nvSpPr>
          <p:cNvPr id="111" name="Caption 111"/>
          <p:cNvSpPr txBox="1"/>
          <p:nvPr/>
        </p:nvSpPr>
        <p:spPr>
          <a:xfrm>
            <a:off x="5721350" y="4958080"/>
            <a:ext cx="431800" cy="71120"/>
          </a:xfrm>
          <a:prstGeom prst="rect">
            <a:avLst/>
          </a:prstGeom>
          <a:noFill/>
        </p:spPr>
        <p:txBody>
          <a:bodyPr rtlCol="0" anchor="ctr" wrap="none" lIns="0" tIns="0" rIns="0" bIns="0">
            <a:spAutoFit/>
          </a:bodyPr>
          <a:lstStyle/>
          <a:p>
            <a:pPr algn="ctr"/>
            <a:r>
              <a:rPr lang="en-US" sz="460" dirty="0">
                <a:solidFill>
                  <a:srgbClr val="000000"/>
                </a:solidFill>
                <a:latin typeface="Times New Roman"/>
                <a:cs typeface="Times New Roman"/>
              </a:rPr>
              <a:t>#205867</a:t>
            </a:r>
          </a:p>
        </p:txBody>
      </p:sp>
      <p:sp>
        <p:nvSpPr>
          <p:cNvPr id="112" name="Label 112"/>
          <p:cNvSpPr txBox="1"/>
          <p:nvPr/>
        </p:nvSpPr>
        <p:spPr>
          <a:xfrm>
            <a:off x="2432050" y="5220970"/>
            <a:ext cx="431800" cy="81280"/>
          </a:xfrm>
          <a:prstGeom prst="rect">
            <a:avLst/>
          </a:prstGeom>
          <a:noFill/>
        </p:spPr>
        <p:txBody>
          <a:bodyPr rtlCol="0" anchor="ctr" wrap="none" lIns="0" tIns="0" rIns="0" bIns="0">
            <a:spAutoFit/>
          </a:bodyPr>
          <a:lstStyle/>
          <a:p>
            <a:pPr algn="ctr"/>
            <a:r>
              <a:rPr lang="en-US" sz="640" dirty="0">
                <a:solidFill>
                  <a:srgbClr val="000000"/>
                </a:solidFill>
                <a:latin typeface="Times New Roman"/>
                <a:cs typeface="Times New Roman"/>
              </a:rPr>
              <a:t>steel</a:t>
            </a:r>
          </a:p>
        </p:txBody>
      </p:sp>
      <p:sp>
        <p:nvSpPr>
          <p:cNvPr id="113" name="Module 113"/>
          <p:cNvSpPr/>
          <p:nvPr/>
        </p:nvSpPr>
        <p:spPr>
          <a:xfrm>
            <a:off x="2901950" y="5130800"/>
            <a:ext cx="431800" cy="165100"/>
          </a:xfrm>
          <a:prstGeom prst="rect">
            <a:avLst/>
          </a:prstGeom>
          <a:solidFill>
            <a:srgbClr val="EAF1FA"/>
          </a:solidFill>
          <a:ln w="3810" cap="flat">
            <a:solidFill>
              <a:srgbClr val="000000"/>
            </a:solidFill>
            <a:miter lim="800000"/>
          </a:ln>
        </p:spPr>
        <p:txBody>
          <a:bodyPr rtlCol="0" anchor="ctr" wrap="none" lIns="0" tIns="0" rIns="0" bIns="0"/>
          <a:lstStyle/>
          <a:p>
            <a:endParaRPr lang="en-US"/>
          </a:p>
        </p:txBody>
      </p:sp>
      <p:sp>
        <p:nvSpPr>
          <p:cNvPr id="114" name="Caption 114"/>
          <p:cNvSpPr txBox="1"/>
          <p:nvPr/>
        </p:nvSpPr>
        <p:spPr>
          <a:xfrm>
            <a:off x="2901950" y="5334000"/>
            <a:ext cx="431800" cy="71120"/>
          </a:xfrm>
          <a:prstGeom prst="rect">
            <a:avLst/>
          </a:prstGeom>
          <a:noFill/>
        </p:spPr>
        <p:txBody>
          <a:bodyPr rtlCol="0" anchor="ctr" wrap="none" lIns="0" tIns="0" rIns="0" bIns="0">
            <a:spAutoFit/>
          </a:bodyPr>
          <a:lstStyle/>
          <a:p>
            <a:pPr algn="ctr"/>
            <a:r>
              <a:rPr lang="en-US" sz="460" dirty="0">
                <a:solidFill>
                  <a:srgbClr val="000000"/>
                </a:solidFill>
                <a:latin typeface="Times New Roman"/>
                <a:cs typeface="Times New Roman"/>
              </a:rPr>
              <a:t>#EAF1FA</a:t>
            </a:r>
          </a:p>
        </p:txBody>
      </p:sp>
      <p:sp>
        <p:nvSpPr>
          <p:cNvPr id="115" name="Module 115"/>
          <p:cNvSpPr/>
          <p:nvPr/>
        </p:nvSpPr>
        <p:spPr>
          <a:xfrm>
            <a:off x="3371850" y="5130800"/>
            <a:ext cx="431800" cy="165100"/>
          </a:xfrm>
          <a:prstGeom prst="rect">
            <a:avLst/>
          </a:prstGeom>
          <a:solidFill>
            <a:srgbClr val="DDEBF7"/>
          </a:solidFill>
          <a:ln w="3810" cap="flat">
            <a:solidFill>
              <a:srgbClr val="000000"/>
            </a:solidFill>
            <a:miter lim="800000"/>
          </a:ln>
        </p:spPr>
        <p:txBody>
          <a:bodyPr rtlCol="0" anchor="ctr" wrap="none" lIns="0" tIns="0" rIns="0" bIns="0"/>
          <a:lstStyle/>
          <a:p>
            <a:endParaRPr lang="en-US"/>
          </a:p>
        </p:txBody>
      </p:sp>
      <p:sp>
        <p:nvSpPr>
          <p:cNvPr id="116" name="Caption 116"/>
          <p:cNvSpPr txBox="1"/>
          <p:nvPr/>
        </p:nvSpPr>
        <p:spPr>
          <a:xfrm>
            <a:off x="3371850" y="5334000"/>
            <a:ext cx="431800" cy="71120"/>
          </a:xfrm>
          <a:prstGeom prst="rect">
            <a:avLst/>
          </a:prstGeom>
          <a:noFill/>
        </p:spPr>
        <p:txBody>
          <a:bodyPr rtlCol="0" anchor="ctr" wrap="none" lIns="0" tIns="0" rIns="0" bIns="0">
            <a:spAutoFit/>
          </a:bodyPr>
          <a:lstStyle/>
          <a:p>
            <a:pPr algn="ctr"/>
            <a:r>
              <a:rPr lang="en-US" sz="460" dirty="0">
                <a:solidFill>
                  <a:srgbClr val="000000"/>
                </a:solidFill>
                <a:latin typeface="Times New Roman"/>
                <a:cs typeface="Times New Roman"/>
              </a:rPr>
              <a:t>#DDEBF7</a:t>
            </a:r>
          </a:p>
        </p:txBody>
      </p:sp>
      <p:sp>
        <p:nvSpPr>
          <p:cNvPr id="117" name="Module 117"/>
          <p:cNvSpPr/>
          <p:nvPr/>
        </p:nvSpPr>
        <p:spPr>
          <a:xfrm>
            <a:off x="3841750" y="5130800"/>
            <a:ext cx="431800" cy="165100"/>
          </a:xfrm>
          <a:prstGeom prst="rect">
            <a:avLst/>
          </a:prstGeom>
          <a:solidFill>
            <a:srgbClr val="BDD7EE"/>
          </a:solidFill>
          <a:ln w="3810" cap="flat">
            <a:solidFill>
              <a:srgbClr val="000000"/>
            </a:solidFill>
            <a:miter lim="800000"/>
          </a:ln>
        </p:spPr>
        <p:txBody>
          <a:bodyPr rtlCol="0" anchor="ctr" wrap="none" lIns="0" tIns="0" rIns="0" bIns="0"/>
          <a:lstStyle/>
          <a:p>
            <a:endParaRPr lang="en-US"/>
          </a:p>
        </p:txBody>
      </p:sp>
      <p:sp>
        <p:nvSpPr>
          <p:cNvPr id="118" name="Caption 118"/>
          <p:cNvSpPr txBox="1"/>
          <p:nvPr/>
        </p:nvSpPr>
        <p:spPr>
          <a:xfrm>
            <a:off x="3841750" y="5334000"/>
            <a:ext cx="431800" cy="71120"/>
          </a:xfrm>
          <a:prstGeom prst="rect">
            <a:avLst/>
          </a:prstGeom>
          <a:noFill/>
        </p:spPr>
        <p:txBody>
          <a:bodyPr rtlCol="0" anchor="ctr" wrap="none" lIns="0" tIns="0" rIns="0" bIns="0">
            <a:spAutoFit/>
          </a:bodyPr>
          <a:lstStyle/>
          <a:p>
            <a:pPr algn="ctr"/>
            <a:r>
              <a:rPr lang="en-US" sz="460" dirty="0">
                <a:solidFill>
                  <a:srgbClr val="000000"/>
                </a:solidFill>
                <a:latin typeface="Times New Roman"/>
                <a:cs typeface="Times New Roman"/>
              </a:rPr>
              <a:t>#BDD7EE</a:t>
            </a:r>
          </a:p>
        </p:txBody>
      </p:sp>
      <p:sp>
        <p:nvSpPr>
          <p:cNvPr id="119" name="Module 119"/>
          <p:cNvSpPr/>
          <p:nvPr/>
        </p:nvSpPr>
        <p:spPr>
          <a:xfrm>
            <a:off x="4311650" y="5130800"/>
            <a:ext cx="431800" cy="165100"/>
          </a:xfrm>
          <a:prstGeom prst="rect">
            <a:avLst/>
          </a:prstGeom>
          <a:solidFill>
            <a:srgbClr val="9DC3E6"/>
          </a:solidFill>
          <a:ln w="3810" cap="flat">
            <a:solidFill>
              <a:srgbClr val="000000"/>
            </a:solidFill>
            <a:miter lim="800000"/>
          </a:ln>
        </p:spPr>
        <p:txBody>
          <a:bodyPr rtlCol="0" anchor="ctr" wrap="none" lIns="0" tIns="0" rIns="0" bIns="0"/>
          <a:lstStyle/>
          <a:p>
            <a:endParaRPr lang="en-US"/>
          </a:p>
        </p:txBody>
      </p:sp>
      <p:sp>
        <p:nvSpPr>
          <p:cNvPr id="120" name="Caption 120"/>
          <p:cNvSpPr txBox="1"/>
          <p:nvPr/>
        </p:nvSpPr>
        <p:spPr>
          <a:xfrm>
            <a:off x="4311650" y="5334000"/>
            <a:ext cx="431800" cy="71120"/>
          </a:xfrm>
          <a:prstGeom prst="rect">
            <a:avLst/>
          </a:prstGeom>
          <a:noFill/>
        </p:spPr>
        <p:txBody>
          <a:bodyPr rtlCol="0" anchor="ctr" wrap="none" lIns="0" tIns="0" rIns="0" bIns="0">
            <a:spAutoFit/>
          </a:bodyPr>
          <a:lstStyle/>
          <a:p>
            <a:pPr algn="ctr"/>
            <a:r>
              <a:rPr lang="en-US" sz="460" dirty="0">
                <a:solidFill>
                  <a:srgbClr val="000000"/>
                </a:solidFill>
                <a:latin typeface="Times New Roman"/>
                <a:cs typeface="Times New Roman"/>
              </a:rPr>
              <a:t>#9DC3E6</a:t>
            </a:r>
          </a:p>
        </p:txBody>
      </p:sp>
      <p:sp>
        <p:nvSpPr>
          <p:cNvPr id="121" name="Module 121"/>
          <p:cNvSpPr/>
          <p:nvPr/>
        </p:nvSpPr>
        <p:spPr>
          <a:xfrm>
            <a:off x="4781550" y="5130800"/>
            <a:ext cx="431800" cy="165100"/>
          </a:xfrm>
          <a:prstGeom prst="rect">
            <a:avLst/>
          </a:prstGeom>
          <a:solidFill>
            <a:srgbClr val="5B9BD5"/>
          </a:solidFill>
          <a:ln w="3810" cap="flat">
            <a:solidFill>
              <a:srgbClr val="000000"/>
            </a:solidFill>
            <a:miter lim="800000"/>
          </a:ln>
        </p:spPr>
        <p:txBody>
          <a:bodyPr rtlCol="0" anchor="ctr" wrap="none" lIns="0" tIns="0" rIns="0" bIns="0"/>
          <a:lstStyle/>
          <a:p>
            <a:endParaRPr lang="en-US"/>
          </a:p>
        </p:txBody>
      </p:sp>
      <p:sp>
        <p:nvSpPr>
          <p:cNvPr id="122" name="Caption 122"/>
          <p:cNvSpPr txBox="1"/>
          <p:nvPr/>
        </p:nvSpPr>
        <p:spPr>
          <a:xfrm>
            <a:off x="4781550" y="5334000"/>
            <a:ext cx="431800" cy="71120"/>
          </a:xfrm>
          <a:prstGeom prst="rect">
            <a:avLst/>
          </a:prstGeom>
          <a:noFill/>
        </p:spPr>
        <p:txBody>
          <a:bodyPr rtlCol="0" anchor="ctr" wrap="none" lIns="0" tIns="0" rIns="0" bIns="0">
            <a:spAutoFit/>
          </a:bodyPr>
          <a:lstStyle/>
          <a:p>
            <a:pPr algn="ctr"/>
            <a:r>
              <a:rPr lang="en-US" sz="460" dirty="0">
                <a:solidFill>
                  <a:srgbClr val="000000"/>
                </a:solidFill>
                <a:latin typeface="Times New Roman"/>
                <a:cs typeface="Times New Roman"/>
              </a:rPr>
              <a:t>#5B9BD5</a:t>
            </a:r>
          </a:p>
        </p:txBody>
      </p:sp>
      <p:sp>
        <p:nvSpPr>
          <p:cNvPr id="123" name="Module 123"/>
          <p:cNvSpPr/>
          <p:nvPr/>
        </p:nvSpPr>
        <p:spPr>
          <a:xfrm>
            <a:off x="5251450" y="5130800"/>
            <a:ext cx="431800" cy="165100"/>
          </a:xfrm>
          <a:prstGeom prst="rect">
            <a:avLst/>
          </a:prstGeom>
          <a:solidFill>
            <a:srgbClr val="2E75B6"/>
          </a:solidFill>
          <a:ln w="3810" cap="flat">
            <a:solidFill>
              <a:srgbClr val="000000"/>
            </a:solidFill>
            <a:miter lim="800000"/>
          </a:ln>
        </p:spPr>
        <p:txBody>
          <a:bodyPr rtlCol="0" anchor="ctr" wrap="none" lIns="0" tIns="0" rIns="0" bIns="0"/>
          <a:lstStyle/>
          <a:p>
            <a:endParaRPr lang="en-US"/>
          </a:p>
        </p:txBody>
      </p:sp>
      <p:sp>
        <p:nvSpPr>
          <p:cNvPr id="124" name="Caption 124"/>
          <p:cNvSpPr txBox="1"/>
          <p:nvPr/>
        </p:nvSpPr>
        <p:spPr>
          <a:xfrm>
            <a:off x="5251450" y="5334000"/>
            <a:ext cx="431800" cy="71120"/>
          </a:xfrm>
          <a:prstGeom prst="rect">
            <a:avLst/>
          </a:prstGeom>
          <a:noFill/>
        </p:spPr>
        <p:txBody>
          <a:bodyPr rtlCol="0" anchor="ctr" wrap="none" lIns="0" tIns="0" rIns="0" bIns="0">
            <a:spAutoFit/>
          </a:bodyPr>
          <a:lstStyle/>
          <a:p>
            <a:pPr algn="ctr"/>
            <a:r>
              <a:rPr lang="en-US" sz="460" dirty="0">
                <a:solidFill>
                  <a:srgbClr val="000000"/>
                </a:solidFill>
                <a:latin typeface="Times New Roman"/>
                <a:cs typeface="Times New Roman"/>
              </a:rPr>
              <a:t>#2E75B6</a:t>
            </a:r>
          </a:p>
        </p:txBody>
      </p:sp>
      <p:sp>
        <p:nvSpPr>
          <p:cNvPr id="125" name="Module 125"/>
          <p:cNvSpPr/>
          <p:nvPr/>
        </p:nvSpPr>
        <p:spPr>
          <a:xfrm>
            <a:off x="5721350" y="5130800"/>
            <a:ext cx="431800" cy="165100"/>
          </a:xfrm>
          <a:prstGeom prst="rect">
            <a:avLst/>
          </a:prstGeom>
          <a:solidFill>
            <a:srgbClr val="1F4E79"/>
          </a:solidFill>
          <a:ln w="3810" cap="flat">
            <a:solidFill>
              <a:srgbClr val="000000"/>
            </a:solidFill>
            <a:miter lim="800000"/>
          </a:ln>
        </p:spPr>
        <p:txBody>
          <a:bodyPr rtlCol="0" anchor="ctr" wrap="none" lIns="0" tIns="0" rIns="0" bIns="0"/>
          <a:lstStyle/>
          <a:p>
            <a:endParaRPr lang="en-US"/>
          </a:p>
        </p:txBody>
      </p:sp>
      <p:sp>
        <p:nvSpPr>
          <p:cNvPr id="126" name="Caption 126"/>
          <p:cNvSpPr txBox="1"/>
          <p:nvPr/>
        </p:nvSpPr>
        <p:spPr>
          <a:xfrm>
            <a:off x="5721350" y="5334000"/>
            <a:ext cx="431800" cy="71120"/>
          </a:xfrm>
          <a:prstGeom prst="rect">
            <a:avLst/>
          </a:prstGeom>
          <a:noFill/>
        </p:spPr>
        <p:txBody>
          <a:bodyPr rtlCol="0" anchor="ctr" wrap="none" lIns="0" tIns="0" rIns="0" bIns="0">
            <a:spAutoFit/>
          </a:bodyPr>
          <a:lstStyle/>
          <a:p>
            <a:pPr algn="ctr"/>
            <a:r>
              <a:rPr lang="en-US" sz="460" dirty="0">
                <a:solidFill>
                  <a:srgbClr val="000000"/>
                </a:solidFill>
                <a:latin typeface="Times New Roman"/>
                <a:cs typeface="Times New Roman"/>
              </a:rPr>
              <a:t>#1F4E79</a:t>
            </a:r>
          </a:p>
        </p:txBody>
      </p:sp>
      <p:sp>
        <p:nvSpPr>
          <p:cNvPr id="127" name="Label 127"/>
          <p:cNvSpPr txBox="1"/>
          <p:nvPr/>
        </p:nvSpPr>
        <p:spPr>
          <a:xfrm>
            <a:off x="2432050" y="5596890"/>
            <a:ext cx="431800" cy="81280"/>
          </a:xfrm>
          <a:prstGeom prst="rect">
            <a:avLst/>
          </a:prstGeom>
          <a:noFill/>
        </p:spPr>
        <p:txBody>
          <a:bodyPr rtlCol="0" anchor="ctr" wrap="none" lIns="0" tIns="0" rIns="0" bIns="0">
            <a:spAutoFit/>
          </a:bodyPr>
          <a:lstStyle/>
          <a:p>
            <a:pPr algn="ctr"/>
            <a:r>
              <a:rPr lang="en-US" sz="640" dirty="0">
                <a:solidFill>
                  <a:srgbClr val="000000"/>
                </a:solidFill>
                <a:latin typeface="Times New Roman"/>
                <a:cs typeface="Times New Roman"/>
              </a:rPr>
              <a:t>green</a:t>
            </a:r>
          </a:p>
        </p:txBody>
      </p:sp>
      <p:sp>
        <p:nvSpPr>
          <p:cNvPr id="128" name="Module 128"/>
          <p:cNvSpPr/>
          <p:nvPr/>
        </p:nvSpPr>
        <p:spPr>
          <a:xfrm>
            <a:off x="2901950" y="5506720"/>
            <a:ext cx="431800" cy="165100"/>
          </a:xfrm>
          <a:prstGeom prst="rect">
            <a:avLst/>
          </a:prstGeom>
          <a:solidFill>
            <a:srgbClr val="F3F7EC"/>
          </a:solidFill>
          <a:ln w="3810" cap="flat">
            <a:solidFill>
              <a:srgbClr val="000000"/>
            </a:solidFill>
            <a:miter lim="800000"/>
          </a:ln>
        </p:spPr>
        <p:txBody>
          <a:bodyPr rtlCol="0" anchor="ctr" wrap="none" lIns="0" tIns="0" rIns="0" bIns="0"/>
          <a:lstStyle/>
          <a:p>
            <a:endParaRPr lang="en-US"/>
          </a:p>
        </p:txBody>
      </p:sp>
      <p:sp>
        <p:nvSpPr>
          <p:cNvPr id="129" name="Caption 129"/>
          <p:cNvSpPr txBox="1"/>
          <p:nvPr/>
        </p:nvSpPr>
        <p:spPr>
          <a:xfrm>
            <a:off x="2901950" y="5709920"/>
            <a:ext cx="431800" cy="71120"/>
          </a:xfrm>
          <a:prstGeom prst="rect">
            <a:avLst/>
          </a:prstGeom>
          <a:noFill/>
        </p:spPr>
        <p:txBody>
          <a:bodyPr rtlCol="0" anchor="ctr" wrap="none" lIns="0" tIns="0" rIns="0" bIns="0">
            <a:spAutoFit/>
          </a:bodyPr>
          <a:lstStyle/>
          <a:p>
            <a:pPr algn="ctr"/>
            <a:r>
              <a:rPr lang="en-US" sz="460" dirty="0">
                <a:solidFill>
                  <a:srgbClr val="000000"/>
                </a:solidFill>
                <a:latin typeface="Times New Roman"/>
                <a:cs typeface="Times New Roman"/>
              </a:rPr>
              <a:t>#F3F7EC</a:t>
            </a:r>
          </a:p>
        </p:txBody>
      </p:sp>
      <p:sp>
        <p:nvSpPr>
          <p:cNvPr id="130" name="Module 130"/>
          <p:cNvSpPr/>
          <p:nvPr/>
        </p:nvSpPr>
        <p:spPr>
          <a:xfrm>
            <a:off x="3371850" y="5506720"/>
            <a:ext cx="431800" cy="165100"/>
          </a:xfrm>
          <a:prstGeom prst="rect">
            <a:avLst/>
          </a:prstGeom>
          <a:solidFill>
            <a:srgbClr val="EBF1DF"/>
          </a:solidFill>
          <a:ln w="3810" cap="flat">
            <a:solidFill>
              <a:srgbClr val="000000"/>
            </a:solidFill>
            <a:miter lim="800000"/>
          </a:ln>
        </p:spPr>
        <p:txBody>
          <a:bodyPr rtlCol="0" anchor="ctr" wrap="none" lIns="0" tIns="0" rIns="0" bIns="0"/>
          <a:lstStyle/>
          <a:p>
            <a:endParaRPr lang="en-US"/>
          </a:p>
        </p:txBody>
      </p:sp>
      <p:sp>
        <p:nvSpPr>
          <p:cNvPr id="131" name="Caption 131"/>
          <p:cNvSpPr txBox="1"/>
          <p:nvPr/>
        </p:nvSpPr>
        <p:spPr>
          <a:xfrm>
            <a:off x="3371850" y="5709920"/>
            <a:ext cx="431800" cy="71120"/>
          </a:xfrm>
          <a:prstGeom prst="rect">
            <a:avLst/>
          </a:prstGeom>
          <a:noFill/>
        </p:spPr>
        <p:txBody>
          <a:bodyPr rtlCol="0" anchor="ctr" wrap="none" lIns="0" tIns="0" rIns="0" bIns="0">
            <a:spAutoFit/>
          </a:bodyPr>
          <a:lstStyle/>
          <a:p>
            <a:pPr algn="ctr"/>
            <a:r>
              <a:rPr lang="en-US" sz="460" dirty="0">
                <a:solidFill>
                  <a:srgbClr val="000000"/>
                </a:solidFill>
                <a:latin typeface="Times New Roman"/>
                <a:cs typeface="Times New Roman"/>
              </a:rPr>
              <a:t>#EBF1DF</a:t>
            </a:r>
          </a:p>
        </p:txBody>
      </p:sp>
      <p:sp>
        <p:nvSpPr>
          <p:cNvPr id="132" name="Module 132"/>
          <p:cNvSpPr/>
          <p:nvPr/>
        </p:nvSpPr>
        <p:spPr>
          <a:xfrm>
            <a:off x="3841750" y="5506720"/>
            <a:ext cx="431800" cy="165100"/>
          </a:xfrm>
          <a:prstGeom prst="rect">
            <a:avLst/>
          </a:prstGeom>
          <a:solidFill>
            <a:srgbClr val="D7E4BD"/>
          </a:solidFill>
          <a:ln w="3810" cap="flat">
            <a:solidFill>
              <a:srgbClr val="000000"/>
            </a:solidFill>
            <a:miter lim="800000"/>
          </a:ln>
        </p:spPr>
        <p:txBody>
          <a:bodyPr rtlCol="0" anchor="ctr" wrap="none" lIns="0" tIns="0" rIns="0" bIns="0"/>
          <a:lstStyle/>
          <a:p>
            <a:endParaRPr lang="en-US"/>
          </a:p>
        </p:txBody>
      </p:sp>
      <p:sp>
        <p:nvSpPr>
          <p:cNvPr id="133" name="Caption 133"/>
          <p:cNvSpPr txBox="1"/>
          <p:nvPr/>
        </p:nvSpPr>
        <p:spPr>
          <a:xfrm>
            <a:off x="3841750" y="5709920"/>
            <a:ext cx="431800" cy="71120"/>
          </a:xfrm>
          <a:prstGeom prst="rect">
            <a:avLst/>
          </a:prstGeom>
          <a:noFill/>
        </p:spPr>
        <p:txBody>
          <a:bodyPr rtlCol="0" anchor="ctr" wrap="none" lIns="0" tIns="0" rIns="0" bIns="0">
            <a:spAutoFit/>
          </a:bodyPr>
          <a:lstStyle/>
          <a:p>
            <a:pPr algn="ctr"/>
            <a:r>
              <a:rPr lang="en-US" sz="460" dirty="0">
                <a:solidFill>
                  <a:srgbClr val="000000"/>
                </a:solidFill>
                <a:latin typeface="Times New Roman"/>
                <a:cs typeface="Times New Roman"/>
              </a:rPr>
              <a:t>#D7E4BD</a:t>
            </a:r>
          </a:p>
        </p:txBody>
      </p:sp>
      <p:sp>
        <p:nvSpPr>
          <p:cNvPr id="134" name="Module 134"/>
          <p:cNvSpPr/>
          <p:nvPr/>
        </p:nvSpPr>
        <p:spPr>
          <a:xfrm>
            <a:off x="4311650" y="5506720"/>
            <a:ext cx="431800" cy="165100"/>
          </a:xfrm>
          <a:prstGeom prst="rect">
            <a:avLst/>
          </a:prstGeom>
          <a:solidFill>
            <a:srgbClr val="C0D39A"/>
          </a:solidFill>
          <a:ln w="3810" cap="flat">
            <a:solidFill>
              <a:srgbClr val="000000"/>
            </a:solidFill>
            <a:miter lim="800000"/>
          </a:ln>
        </p:spPr>
        <p:txBody>
          <a:bodyPr rtlCol="0" anchor="ctr" wrap="none" lIns="0" tIns="0" rIns="0" bIns="0"/>
          <a:lstStyle/>
          <a:p>
            <a:endParaRPr lang="en-US"/>
          </a:p>
        </p:txBody>
      </p:sp>
      <p:sp>
        <p:nvSpPr>
          <p:cNvPr id="135" name="Caption 135"/>
          <p:cNvSpPr txBox="1"/>
          <p:nvPr/>
        </p:nvSpPr>
        <p:spPr>
          <a:xfrm>
            <a:off x="4311650" y="5709920"/>
            <a:ext cx="431800" cy="71120"/>
          </a:xfrm>
          <a:prstGeom prst="rect">
            <a:avLst/>
          </a:prstGeom>
          <a:noFill/>
        </p:spPr>
        <p:txBody>
          <a:bodyPr rtlCol="0" anchor="ctr" wrap="none" lIns="0" tIns="0" rIns="0" bIns="0">
            <a:spAutoFit/>
          </a:bodyPr>
          <a:lstStyle/>
          <a:p>
            <a:pPr algn="ctr"/>
            <a:r>
              <a:rPr lang="en-US" sz="460" dirty="0">
                <a:solidFill>
                  <a:srgbClr val="000000"/>
                </a:solidFill>
                <a:latin typeface="Times New Roman"/>
                <a:cs typeface="Times New Roman"/>
              </a:rPr>
              <a:t>#C0D39A</a:t>
            </a:r>
          </a:p>
        </p:txBody>
      </p:sp>
      <p:sp>
        <p:nvSpPr>
          <p:cNvPr id="136" name="Module 136"/>
          <p:cNvSpPr/>
          <p:nvPr/>
        </p:nvSpPr>
        <p:spPr>
          <a:xfrm>
            <a:off x="4781550" y="5506720"/>
            <a:ext cx="431800" cy="165100"/>
          </a:xfrm>
          <a:prstGeom prst="rect">
            <a:avLst/>
          </a:prstGeom>
          <a:solidFill>
            <a:srgbClr val="9BBB59"/>
          </a:solidFill>
          <a:ln w="3810" cap="flat">
            <a:solidFill>
              <a:srgbClr val="000000"/>
            </a:solidFill>
            <a:miter lim="800000"/>
          </a:ln>
        </p:spPr>
        <p:txBody>
          <a:bodyPr rtlCol="0" anchor="ctr" wrap="none" lIns="0" tIns="0" rIns="0" bIns="0"/>
          <a:lstStyle/>
          <a:p>
            <a:endParaRPr lang="en-US"/>
          </a:p>
        </p:txBody>
      </p:sp>
      <p:sp>
        <p:nvSpPr>
          <p:cNvPr id="137" name="Caption 137"/>
          <p:cNvSpPr txBox="1"/>
          <p:nvPr/>
        </p:nvSpPr>
        <p:spPr>
          <a:xfrm>
            <a:off x="4781550" y="5709920"/>
            <a:ext cx="431800" cy="71120"/>
          </a:xfrm>
          <a:prstGeom prst="rect">
            <a:avLst/>
          </a:prstGeom>
          <a:noFill/>
        </p:spPr>
        <p:txBody>
          <a:bodyPr rtlCol="0" anchor="ctr" wrap="none" lIns="0" tIns="0" rIns="0" bIns="0">
            <a:spAutoFit/>
          </a:bodyPr>
          <a:lstStyle/>
          <a:p>
            <a:pPr algn="ctr"/>
            <a:r>
              <a:rPr lang="en-US" sz="460" dirty="0">
                <a:solidFill>
                  <a:srgbClr val="000000"/>
                </a:solidFill>
                <a:latin typeface="Times New Roman"/>
                <a:cs typeface="Times New Roman"/>
              </a:rPr>
              <a:t>#9BBB59</a:t>
            </a:r>
          </a:p>
        </p:txBody>
      </p:sp>
      <p:sp>
        <p:nvSpPr>
          <p:cNvPr id="138" name="Module 138"/>
          <p:cNvSpPr/>
          <p:nvPr/>
        </p:nvSpPr>
        <p:spPr>
          <a:xfrm>
            <a:off x="5251450" y="5506720"/>
            <a:ext cx="431800" cy="165100"/>
          </a:xfrm>
          <a:prstGeom prst="rect">
            <a:avLst/>
          </a:prstGeom>
          <a:solidFill>
            <a:srgbClr val="76923C"/>
          </a:solidFill>
          <a:ln w="3810" cap="flat">
            <a:solidFill>
              <a:srgbClr val="000000"/>
            </a:solidFill>
            <a:miter lim="800000"/>
          </a:ln>
        </p:spPr>
        <p:txBody>
          <a:bodyPr rtlCol="0" anchor="ctr" wrap="none" lIns="0" tIns="0" rIns="0" bIns="0"/>
          <a:lstStyle/>
          <a:p>
            <a:endParaRPr lang="en-US"/>
          </a:p>
        </p:txBody>
      </p:sp>
      <p:sp>
        <p:nvSpPr>
          <p:cNvPr id="139" name="Caption 139"/>
          <p:cNvSpPr txBox="1"/>
          <p:nvPr/>
        </p:nvSpPr>
        <p:spPr>
          <a:xfrm>
            <a:off x="5251450" y="5709920"/>
            <a:ext cx="431800" cy="71120"/>
          </a:xfrm>
          <a:prstGeom prst="rect">
            <a:avLst/>
          </a:prstGeom>
          <a:noFill/>
        </p:spPr>
        <p:txBody>
          <a:bodyPr rtlCol="0" anchor="ctr" wrap="none" lIns="0" tIns="0" rIns="0" bIns="0">
            <a:spAutoFit/>
          </a:bodyPr>
          <a:lstStyle/>
          <a:p>
            <a:pPr algn="ctr"/>
            <a:r>
              <a:rPr lang="en-US" sz="460" dirty="0">
                <a:solidFill>
                  <a:srgbClr val="000000"/>
                </a:solidFill>
                <a:latin typeface="Times New Roman"/>
                <a:cs typeface="Times New Roman"/>
              </a:rPr>
              <a:t>#76923C</a:t>
            </a:r>
          </a:p>
        </p:txBody>
      </p:sp>
      <p:sp>
        <p:nvSpPr>
          <p:cNvPr id="140" name="Module 140"/>
          <p:cNvSpPr/>
          <p:nvPr/>
        </p:nvSpPr>
        <p:spPr>
          <a:xfrm>
            <a:off x="5721350" y="5506720"/>
            <a:ext cx="431800" cy="165100"/>
          </a:xfrm>
          <a:prstGeom prst="rect">
            <a:avLst/>
          </a:prstGeom>
          <a:solidFill>
            <a:srgbClr val="4F6228"/>
          </a:solidFill>
          <a:ln w="3810" cap="flat">
            <a:solidFill>
              <a:srgbClr val="000000"/>
            </a:solidFill>
            <a:miter lim="800000"/>
          </a:ln>
        </p:spPr>
        <p:txBody>
          <a:bodyPr rtlCol="0" anchor="ctr" wrap="none" lIns="0" tIns="0" rIns="0" bIns="0"/>
          <a:lstStyle/>
          <a:p>
            <a:endParaRPr lang="en-US"/>
          </a:p>
        </p:txBody>
      </p:sp>
      <p:sp>
        <p:nvSpPr>
          <p:cNvPr id="141" name="Caption 141"/>
          <p:cNvSpPr txBox="1"/>
          <p:nvPr/>
        </p:nvSpPr>
        <p:spPr>
          <a:xfrm>
            <a:off x="5721350" y="5709920"/>
            <a:ext cx="431800" cy="71120"/>
          </a:xfrm>
          <a:prstGeom prst="rect">
            <a:avLst/>
          </a:prstGeom>
          <a:noFill/>
        </p:spPr>
        <p:txBody>
          <a:bodyPr rtlCol="0" anchor="ctr" wrap="none" lIns="0" tIns="0" rIns="0" bIns="0">
            <a:spAutoFit/>
          </a:bodyPr>
          <a:lstStyle/>
          <a:p>
            <a:pPr algn="ctr"/>
            <a:r>
              <a:rPr lang="en-US" sz="460" dirty="0">
                <a:solidFill>
                  <a:srgbClr val="000000"/>
                </a:solidFill>
                <a:latin typeface="Times New Roman"/>
                <a:cs typeface="Times New Roman"/>
              </a:rPr>
              <a:t>#4F6228</a:t>
            </a:r>
          </a:p>
        </p:txBody>
      </p:sp>
      <p:sp>
        <p:nvSpPr>
          <p:cNvPr id="142" name="Label 142"/>
          <p:cNvSpPr txBox="1"/>
          <p:nvPr/>
        </p:nvSpPr>
        <p:spPr>
          <a:xfrm>
            <a:off x="2432050" y="5972810"/>
            <a:ext cx="431800" cy="81280"/>
          </a:xfrm>
          <a:prstGeom prst="rect">
            <a:avLst/>
          </a:prstGeom>
          <a:noFill/>
        </p:spPr>
        <p:txBody>
          <a:bodyPr rtlCol="0" anchor="ctr" wrap="none" lIns="0" tIns="0" rIns="0" bIns="0">
            <a:spAutoFit/>
          </a:bodyPr>
          <a:lstStyle/>
          <a:p>
            <a:pPr algn="ctr"/>
            <a:r>
              <a:rPr lang="en-US" sz="640" dirty="0">
                <a:solidFill>
                  <a:srgbClr val="000000"/>
                </a:solidFill>
                <a:latin typeface="Times New Roman"/>
                <a:cs typeface="Times New Roman"/>
              </a:rPr>
              <a:t>gold</a:t>
            </a:r>
          </a:p>
        </p:txBody>
      </p:sp>
      <p:sp>
        <p:nvSpPr>
          <p:cNvPr id="143" name="Module 143"/>
          <p:cNvSpPr/>
          <p:nvPr/>
        </p:nvSpPr>
        <p:spPr>
          <a:xfrm>
            <a:off x="2901950" y="5882640"/>
            <a:ext cx="431800" cy="165100"/>
          </a:xfrm>
          <a:prstGeom prst="rect">
            <a:avLst/>
          </a:prstGeom>
          <a:solidFill>
            <a:srgbClr val="FFF9E6"/>
          </a:solidFill>
          <a:ln w="3810" cap="flat">
            <a:solidFill>
              <a:srgbClr val="000000"/>
            </a:solidFill>
            <a:miter lim="800000"/>
          </a:ln>
        </p:spPr>
        <p:txBody>
          <a:bodyPr rtlCol="0" anchor="ctr" wrap="none" lIns="0" tIns="0" rIns="0" bIns="0"/>
          <a:lstStyle/>
          <a:p>
            <a:endParaRPr lang="en-US"/>
          </a:p>
        </p:txBody>
      </p:sp>
      <p:sp>
        <p:nvSpPr>
          <p:cNvPr id="144" name="Caption 144"/>
          <p:cNvSpPr txBox="1"/>
          <p:nvPr/>
        </p:nvSpPr>
        <p:spPr>
          <a:xfrm>
            <a:off x="2901950" y="6085840"/>
            <a:ext cx="431800" cy="71120"/>
          </a:xfrm>
          <a:prstGeom prst="rect">
            <a:avLst/>
          </a:prstGeom>
          <a:noFill/>
        </p:spPr>
        <p:txBody>
          <a:bodyPr rtlCol="0" anchor="ctr" wrap="none" lIns="0" tIns="0" rIns="0" bIns="0">
            <a:spAutoFit/>
          </a:bodyPr>
          <a:lstStyle/>
          <a:p>
            <a:pPr algn="ctr"/>
            <a:r>
              <a:rPr lang="en-US" sz="460" dirty="0">
                <a:solidFill>
                  <a:srgbClr val="000000"/>
                </a:solidFill>
                <a:latin typeface="Times New Roman"/>
                <a:cs typeface="Times New Roman"/>
              </a:rPr>
              <a:t>#FFF9E6</a:t>
            </a:r>
          </a:p>
        </p:txBody>
      </p:sp>
      <p:sp>
        <p:nvSpPr>
          <p:cNvPr id="145" name="Module 145"/>
          <p:cNvSpPr/>
          <p:nvPr/>
        </p:nvSpPr>
        <p:spPr>
          <a:xfrm>
            <a:off x="3371850" y="5882640"/>
            <a:ext cx="431800" cy="165100"/>
          </a:xfrm>
          <a:prstGeom prst="rect">
            <a:avLst/>
          </a:prstGeom>
          <a:solidFill>
            <a:srgbClr val="FFF2CC"/>
          </a:solidFill>
          <a:ln w="3810" cap="flat">
            <a:solidFill>
              <a:srgbClr val="000000"/>
            </a:solidFill>
            <a:miter lim="800000"/>
          </a:ln>
        </p:spPr>
        <p:txBody>
          <a:bodyPr rtlCol="0" anchor="ctr" wrap="none" lIns="0" tIns="0" rIns="0" bIns="0"/>
          <a:lstStyle/>
          <a:p>
            <a:endParaRPr lang="en-US"/>
          </a:p>
        </p:txBody>
      </p:sp>
      <p:sp>
        <p:nvSpPr>
          <p:cNvPr id="146" name="Caption 146"/>
          <p:cNvSpPr txBox="1"/>
          <p:nvPr/>
        </p:nvSpPr>
        <p:spPr>
          <a:xfrm>
            <a:off x="3371850" y="6085840"/>
            <a:ext cx="431800" cy="71120"/>
          </a:xfrm>
          <a:prstGeom prst="rect">
            <a:avLst/>
          </a:prstGeom>
          <a:noFill/>
        </p:spPr>
        <p:txBody>
          <a:bodyPr rtlCol="0" anchor="ctr" wrap="none" lIns="0" tIns="0" rIns="0" bIns="0">
            <a:spAutoFit/>
          </a:bodyPr>
          <a:lstStyle/>
          <a:p>
            <a:pPr algn="ctr"/>
            <a:r>
              <a:rPr lang="en-US" sz="460" dirty="0">
                <a:solidFill>
                  <a:srgbClr val="000000"/>
                </a:solidFill>
                <a:latin typeface="Times New Roman"/>
                <a:cs typeface="Times New Roman"/>
              </a:rPr>
              <a:t>#FFF2CC</a:t>
            </a:r>
          </a:p>
        </p:txBody>
      </p:sp>
      <p:sp>
        <p:nvSpPr>
          <p:cNvPr id="147" name="Module 147"/>
          <p:cNvSpPr/>
          <p:nvPr/>
        </p:nvSpPr>
        <p:spPr>
          <a:xfrm>
            <a:off x="3841750" y="5882640"/>
            <a:ext cx="431800" cy="165100"/>
          </a:xfrm>
          <a:prstGeom prst="rect">
            <a:avLst/>
          </a:prstGeom>
          <a:solidFill>
            <a:srgbClr val="FFE699"/>
          </a:solidFill>
          <a:ln w="3810" cap="flat">
            <a:solidFill>
              <a:srgbClr val="000000"/>
            </a:solidFill>
            <a:miter lim="800000"/>
          </a:ln>
        </p:spPr>
        <p:txBody>
          <a:bodyPr rtlCol="0" anchor="ctr" wrap="none" lIns="0" tIns="0" rIns="0" bIns="0"/>
          <a:lstStyle/>
          <a:p>
            <a:endParaRPr lang="en-US"/>
          </a:p>
        </p:txBody>
      </p:sp>
      <p:sp>
        <p:nvSpPr>
          <p:cNvPr id="148" name="Caption 148"/>
          <p:cNvSpPr txBox="1"/>
          <p:nvPr/>
        </p:nvSpPr>
        <p:spPr>
          <a:xfrm>
            <a:off x="3841750" y="6085840"/>
            <a:ext cx="431800" cy="71120"/>
          </a:xfrm>
          <a:prstGeom prst="rect">
            <a:avLst/>
          </a:prstGeom>
          <a:noFill/>
        </p:spPr>
        <p:txBody>
          <a:bodyPr rtlCol="0" anchor="ctr" wrap="none" lIns="0" tIns="0" rIns="0" bIns="0">
            <a:spAutoFit/>
          </a:bodyPr>
          <a:lstStyle/>
          <a:p>
            <a:pPr algn="ctr"/>
            <a:r>
              <a:rPr lang="en-US" sz="460" dirty="0">
                <a:solidFill>
                  <a:srgbClr val="000000"/>
                </a:solidFill>
                <a:latin typeface="Times New Roman"/>
                <a:cs typeface="Times New Roman"/>
              </a:rPr>
              <a:t>#FFE699</a:t>
            </a:r>
          </a:p>
        </p:txBody>
      </p:sp>
      <p:sp>
        <p:nvSpPr>
          <p:cNvPr id="149" name="Module 149"/>
          <p:cNvSpPr/>
          <p:nvPr/>
        </p:nvSpPr>
        <p:spPr>
          <a:xfrm>
            <a:off x="4311650" y="5882640"/>
            <a:ext cx="431800" cy="165100"/>
          </a:xfrm>
          <a:prstGeom prst="rect">
            <a:avLst/>
          </a:prstGeom>
          <a:solidFill>
            <a:srgbClr val="FFD965"/>
          </a:solidFill>
          <a:ln w="3810" cap="flat">
            <a:solidFill>
              <a:srgbClr val="000000"/>
            </a:solidFill>
            <a:miter lim="800000"/>
          </a:ln>
        </p:spPr>
        <p:txBody>
          <a:bodyPr rtlCol="0" anchor="ctr" wrap="none" lIns="0" tIns="0" rIns="0" bIns="0"/>
          <a:lstStyle/>
          <a:p>
            <a:endParaRPr lang="en-US"/>
          </a:p>
        </p:txBody>
      </p:sp>
      <p:sp>
        <p:nvSpPr>
          <p:cNvPr id="150" name="Caption 150"/>
          <p:cNvSpPr txBox="1"/>
          <p:nvPr/>
        </p:nvSpPr>
        <p:spPr>
          <a:xfrm>
            <a:off x="4311650" y="6085840"/>
            <a:ext cx="431800" cy="71120"/>
          </a:xfrm>
          <a:prstGeom prst="rect">
            <a:avLst/>
          </a:prstGeom>
          <a:noFill/>
        </p:spPr>
        <p:txBody>
          <a:bodyPr rtlCol="0" anchor="ctr" wrap="none" lIns="0" tIns="0" rIns="0" bIns="0">
            <a:spAutoFit/>
          </a:bodyPr>
          <a:lstStyle/>
          <a:p>
            <a:pPr algn="ctr"/>
            <a:r>
              <a:rPr lang="en-US" sz="460" dirty="0">
                <a:solidFill>
                  <a:srgbClr val="000000"/>
                </a:solidFill>
                <a:latin typeface="Times New Roman"/>
                <a:cs typeface="Times New Roman"/>
              </a:rPr>
              <a:t>#FFD965</a:t>
            </a:r>
          </a:p>
        </p:txBody>
      </p:sp>
      <p:sp>
        <p:nvSpPr>
          <p:cNvPr id="151" name="Module 151"/>
          <p:cNvSpPr/>
          <p:nvPr/>
        </p:nvSpPr>
        <p:spPr>
          <a:xfrm>
            <a:off x="4781550" y="5882640"/>
            <a:ext cx="431800" cy="165100"/>
          </a:xfrm>
          <a:prstGeom prst="rect">
            <a:avLst/>
          </a:prstGeom>
          <a:solidFill>
            <a:srgbClr val="FFC000"/>
          </a:solidFill>
          <a:ln w="3810" cap="flat">
            <a:solidFill>
              <a:srgbClr val="000000"/>
            </a:solidFill>
            <a:miter lim="800000"/>
          </a:ln>
        </p:spPr>
        <p:txBody>
          <a:bodyPr rtlCol="0" anchor="ctr" wrap="none" lIns="0" tIns="0" rIns="0" bIns="0"/>
          <a:lstStyle/>
          <a:p>
            <a:endParaRPr lang="en-US"/>
          </a:p>
        </p:txBody>
      </p:sp>
      <p:sp>
        <p:nvSpPr>
          <p:cNvPr id="152" name="Caption 152"/>
          <p:cNvSpPr txBox="1"/>
          <p:nvPr/>
        </p:nvSpPr>
        <p:spPr>
          <a:xfrm>
            <a:off x="4781550" y="6085840"/>
            <a:ext cx="431800" cy="71120"/>
          </a:xfrm>
          <a:prstGeom prst="rect">
            <a:avLst/>
          </a:prstGeom>
          <a:noFill/>
        </p:spPr>
        <p:txBody>
          <a:bodyPr rtlCol="0" anchor="ctr" wrap="none" lIns="0" tIns="0" rIns="0" bIns="0">
            <a:spAutoFit/>
          </a:bodyPr>
          <a:lstStyle/>
          <a:p>
            <a:pPr algn="ctr"/>
            <a:r>
              <a:rPr lang="en-US" sz="460" dirty="0">
                <a:solidFill>
                  <a:srgbClr val="000000"/>
                </a:solidFill>
                <a:latin typeface="Times New Roman"/>
                <a:cs typeface="Times New Roman"/>
              </a:rPr>
              <a:t>#FFC000</a:t>
            </a:r>
          </a:p>
        </p:txBody>
      </p:sp>
      <p:sp>
        <p:nvSpPr>
          <p:cNvPr id="153" name="Module 153"/>
          <p:cNvSpPr/>
          <p:nvPr/>
        </p:nvSpPr>
        <p:spPr>
          <a:xfrm>
            <a:off x="5251450" y="5882640"/>
            <a:ext cx="431800" cy="165100"/>
          </a:xfrm>
          <a:prstGeom prst="rect">
            <a:avLst/>
          </a:prstGeom>
          <a:solidFill>
            <a:srgbClr val="BF9000"/>
          </a:solidFill>
          <a:ln w="3810" cap="flat">
            <a:solidFill>
              <a:srgbClr val="000000"/>
            </a:solidFill>
            <a:miter lim="800000"/>
          </a:ln>
        </p:spPr>
        <p:txBody>
          <a:bodyPr rtlCol="0" anchor="ctr" wrap="none" lIns="0" tIns="0" rIns="0" bIns="0"/>
          <a:lstStyle/>
          <a:p>
            <a:endParaRPr lang="en-US"/>
          </a:p>
        </p:txBody>
      </p:sp>
      <p:sp>
        <p:nvSpPr>
          <p:cNvPr id="154" name="Caption 154"/>
          <p:cNvSpPr txBox="1"/>
          <p:nvPr/>
        </p:nvSpPr>
        <p:spPr>
          <a:xfrm>
            <a:off x="5251450" y="6085840"/>
            <a:ext cx="431800" cy="71120"/>
          </a:xfrm>
          <a:prstGeom prst="rect">
            <a:avLst/>
          </a:prstGeom>
          <a:noFill/>
        </p:spPr>
        <p:txBody>
          <a:bodyPr rtlCol="0" anchor="ctr" wrap="none" lIns="0" tIns="0" rIns="0" bIns="0">
            <a:spAutoFit/>
          </a:bodyPr>
          <a:lstStyle/>
          <a:p>
            <a:pPr algn="ctr"/>
            <a:r>
              <a:rPr lang="en-US" sz="460" dirty="0">
                <a:solidFill>
                  <a:srgbClr val="000000"/>
                </a:solidFill>
                <a:latin typeface="Times New Roman"/>
                <a:cs typeface="Times New Roman"/>
              </a:rPr>
              <a:t>#BF9000</a:t>
            </a:r>
          </a:p>
        </p:txBody>
      </p:sp>
      <p:sp>
        <p:nvSpPr>
          <p:cNvPr id="155" name="Module 155"/>
          <p:cNvSpPr/>
          <p:nvPr/>
        </p:nvSpPr>
        <p:spPr>
          <a:xfrm>
            <a:off x="5721350" y="5882640"/>
            <a:ext cx="431800" cy="165100"/>
          </a:xfrm>
          <a:prstGeom prst="rect">
            <a:avLst/>
          </a:prstGeom>
          <a:solidFill>
            <a:srgbClr val="7F6000"/>
          </a:solidFill>
          <a:ln w="3810" cap="flat">
            <a:solidFill>
              <a:srgbClr val="000000"/>
            </a:solidFill>
            <a:miter lim="800000"/>
          </a:ln>
        </p:spPr>
        <p:txBody>
          <a:bodyPr rtlCol="0" anchor="ctr" wrap="none" lIns="0" tIns="0" rIns="0" bIns="0"/>
          <a:lstStyle/>
          <a:p>
            <a:endParaRPr lang="en-US"/>
          </a:p>
        </p:txBody>
      </p:sp>
      <p:sp>
        <p:nvSpPr>
          <p:cNvPr id="156" name="Caption 156"/>
          <p:cNvSpPr txBox="1"/>
          <p:nvPr/>
        </p:nvSpPr>
        <p:spPr>
          <a:xfrm>
            <a:off x="5721350" y="6085840"/>
            <a:ext cx="431800" cy="71120"/>
          </a:xfrm>
          <a:prstGeom prst="rect">
            <a:avLst/>
          </a:prstGeom>
          <a:noFill/>
        </p:spPr>
        <p:txBody>
          <a:bodyPr rtlCol="0" anchor="ctr" wrap="none" lIns="0" tIns="0" rIns="0" bIns="0">
            <a:spAutoFit/>
          </a:bodyPr>
          <a:lstStyle/>
          <a:p>
            <a:pPr algn="ctr"/>
            <a:r>
              <a:rPr lang="en-US" sz="460" dirty="0">
                <a:solidFill>
                  <a:srgbClr val="000000"/>
                </a:solidFill>
                <a:latin typeface="Times New Roman"/>
                <a:cs typeface="Times New Roman"/>
              </a:rPr>
              <a:t>#7F6000</a:t>
            </a:r>
          </a:p>
        </p:txBody>
      </p:sp>
      <p:sp>
        <p:nvSpPr>
          <p:cNvPr id="157" name="Label 157"/>
          <p:cNvSpPr txBox="1"/>
          <p:nvPr/>
        </p:nvSpPr>
        <p:spPr>
          <a:xfrm>
            <a:off x="2432050" y="6348730"/>
            <a:ext cx="431800" cy="81280"/>
          </a:xfrm>
          <a:prstGeom prst="rect">
            <a:avLst/>
          </a:prstGeom>
          <a:noFill/>
        </p:spPr>
        <p:txBody>
          <a:bodyPr rtlCol="0" anchor="ctr" wrap="none" lIns="0" tIns="0" rIns="0" bIns="0">
            <a:spAutoFit/>
          </a:bodyPr>
          <a:lstStyle/>
          <a:p>
            <a:pPr algn="ctr"/>
            <a:r>
              <a:rPr lang="en-US" sz="640" dirty="0">
                <a:solidFill>
                  <a:srgbClr val="000000"/>
                </a:solidFill>
                <a:latin typeface="Times New Roman"/>
                <a:cs typeface="Times New Roman"/>
              </a:rPr>
              <a:t>orange</a:t>
            </a:r>
          </a:p>
        </p:txBody>
      </p:sp>
      <p:sp>
        <p:nvSpPr>
          <p:cNvPr id="158" name="Module 158"/>
          <p:cNvSpPr/>
          <p:nvPr/>
        </p:nvSpPr>
        <p:spPr>
          <a:xfrm>
            <a:off x="2901950" y="6258560"/>
            <a:ext cx="431800" cy="165100"/>
          </a:xfrm>
          <a:prstGeom prst="rect">
            <a:avLst/>
          </a:prstGeom>
          <a:solidFill>
            <a:srgbClr val="FDF0E6"/>
          </a:solidFill>
          <a:ln w="3810" cap="flat">
            <a:solidFill>
              <a:srgbClr val="000000"/>
            </a:solidFill>
            <a:miter lim="800000"/>
          </a:ln>
        </p:spPr>
        <p:txBody>
          <a:bodyPr rtlCol="0" anchor="ctr" wrap="none" lIns="0" tIns="0" rIns="0" bIns="0"/>
          <a:lstStyle/>
          <a:p>
            <a:endParaRPr lang="en-US"/>
          </a:p>
        </p:txBody>
      </p:sp>
      <p:sp>
        <p:nvSpPr>
          <p:cNvPr id="159" name="Caption 159"/>
          <p:cNvSpPr txBox="1"/>
          <p:nvPr/>
        </p:nvSpPr>
        <p:spPr>
          <a:xfrm>
            <a:off x="2901950" y="6461760"/>
            <a:ext cx="431800" cy="71120"/>
          </a:xfrm>
          <a:prstGeom prst="rect">
            <a:avLst/>
          </a:prstGeom>
          <a:noFill/>
        </p:spPr>
        <p:txBody>
          <a:bodyPr rtlCol="0" anchor="ctr" wrap="none" lIns="0" tIns="0" rIns="0" bIns="0">
            <a:spAutoFit/>
          </a:bodyPr>
          <a:lstStyle/>
          <a:p>
            <a:pPr algn="ctr"/>
            <a:r>
              <a:rPr lang="en-US" sz="460" dirty="0">
                <a:solidFill>
                  <a:srgbClr val="000000"/>
                </a:solidFill>
                <a:latin typeface="Times New Roman"/>
                <a:cs typeface="Times New Roman"/>
              </a:rPr>
              <a:t>#FDF0E6</a:t>
            </a:r>
          </a:p>
        </p:txBody>
      </p:sp>
      <p:sp>
        <p:nvSpPr>
          <p:cNvPr id="160" name="Module 160"/>
          <p:cNvSpPr/>
          <p:nvPr/>
        </p:nvSpPr>
        <p:spPr>
          <a:xfrm>
            <a:off x="3371850" y="6258560"/>
            <a:ext cx="431800" cy="165100"/>
          </a:xfrm>
          <a:prstGeom prst="rect">
            <a:avLst/>
          </a:prstGeom>
          <a:solidFill>
            <a:srgbClr val="FBE5D6"/>
          </a:solidFill>
          <a:ln w="3810" cap="flat">
            <a:solidFill>
              <a:srgbClr val="000000"/>
            </a:solidFill>
            <a:miter lim="800000"/>
          </a:ln>
        </p:spPr>
        <p:txBody>
          <a:bodyPr rtlCol="0" anchor="ctr" wrap="none" lIns="0" tIns="0" rIns="0" bIns="0"/>
          <a:lstStyle/>
          <a:p>
            <a:endParaRPr lang="en-US"/>
          </a:p>
        </p:txBody>
      </p:sp>
      <p:sp>
        <p:nvSpPr>
          <p:cNvPr id="161" name="Caption 161"/>
          <p:cNvSpPr txBox="1"/>
          <p:nvPr/>
        </p:nvSpPr>
        <p:spPr>
          <a:xfrm>
            <a:off x="3371850" y="6461760"/>
            <a:ext cx="431800" cy="71120"/>
          </a:xfrm>
          <a:prstGeom prst="rect">
            <a:avLst/>
          </a:prstGeom>
          <a:noFill/>
        </p:spPr>
        <p:txBody>
          <a:bodyPr rtlCol="0" anchor="ctr" wrap="none" lIns="0" tIns="0" rIns="0" bIns="0">
            <a:spAutoFit/>
          </a:bodyPr>
          <a:lstStyle/>
          <a:p>
            <a:pPr algn="ctr"/>
            <a:r>
              <a:rPr lang="en-US" sz="460" dirty="0">
                <a:solidFill>
                  <a:srgbClr val="000000"/>
                </a:solidFill>
                <a:latin typeface="Times New Roman"/>
                <a:cs typeface="Times New Roman"/>
              </a:rPr>
              <a:t>#FBE5D6</a:t>
            </a:r>
          </a:p>
        </p:txBody>
      </p:sp>
      <p:sp>
        <p:nvSpPr>
          <p:cNvPr id="162" name="Module 162"/>
          <p:cNvSpPr/>
          <p:nvPr/>
        </p:nvSpPr>
        <p:spPr>
          <a:xfrm>
            <a:off x="3841750" y="6258560"/>
            <a:ext cx="431800" cy="165100"/>
          </a:xfrm>
          <a:prstGeom prst="rect">
            <a:avLst/>
          </a:prstGeom>
          <a:solidFill>
            <a:srgbClr val="F8CBAD"/>
          </a:solidFill>
          <a:ln w="3810" cap="flat">
            <a:solidFill>
              <a:srgbClr val="000000"/>
            </a:solidFill>
            <a:miter lim="800000"/>
          </a:ln>
        </p:spPr>
        <p:txBody>
          <a:bodyPr rtlCol="0" anchor="ctr" wrap="none" lIns="0" tIns="0" rIns="0" bIns="0"/>
          <a:lstStyle/>
          <a:p>
            <a:endParaRPr lang="en-US"/>
          </a:p>
        </p:txBody>
      </p:sp>
      <p:sp>
        <p:nvSpPr>
          <p:cNvPr id="163" name="Caption 163"/>
          <p:cNvSpPr txBox="1"/>
          <p:nvPr/>
        </p:nvSpPr>
        <p:spPr>
          <a:xfrm>
            <a:off x="3841750" y="6461760"/>
            <a:ext cx="431800" cy="71120"/>
          </a:xfrm>
          <a:prstGeom prst="rect">
            <a:avLst/>
          </a:prstGeom>
          <a:noFill/>
        </p:spPr>
        <p:txBody>
          <a:bodyPr rtlCol="0" anchor="ctr" wrap="none" lIns="0" tIns="0" rIns="0" bIns="0">
            <a:spAutoFit/>
          </a:bodyPr>
          <a:lstStyle/>
          <a:p>
            <a:pPr algn="ctr"/>
            <a:r>
              <a:rPr lang="en-US" sz="460" dirty="0">
                <a:solidFill>
                  <a:srgbClr val="000000"/>
                </a:solidFill>
                <a:latin typeface="Times New Roman"/>
                <a:cs typeface="Times New Roman"/>
              </a:rPr>
              <a:t>#F8CBAD</a:t>
            </a:r>
          </a:p>
        </p:txBody>
      </p:sp>
      <p:sp>
        <p:nvSpPr>
          <p:cNvPr id="164" name="Module 164"/>
          <p:cNvSpPr/>
          <p:nvPr/>
        </p:nvSpPr>
        <p:spPr>
          <a:xfrm>
            <a:off x="4311650" y="6258560"/>
            <a:ext cx="431800" cy="165100"/>
          </a:xfrm>
          <a:prstGeom prst="rect">
            <a:avLst/>
          </a:prstGeom>
          <a:solidFill>
            <a:srgbClr val="F4B183"/>
          </a:solidFill>
          <a:ln w="3810" cap="flat">
            <a:solidFill>
              <a:srgbClr val="000000"/>
            </a:solidFill>
            <a:miter lim="800000"/>
          </a:ln>
        </p:spPr>
        <p:txBody>
          <a:bodyPr rtlCol="0" anchor="ctr" wrap="none" lIns="0" tIns="0" rIns="0" bIns="0"/>
          <a:lstStyle/>
          <a:p>
            <a:endParaRPr lang="en-US"/>
          </a:p>
        </p:txBody>
      </p:sp>
      <p:sp>
        <p:nvSpPr>
          <p:cNvPr id="165" name="Caption 165"/>
          <p:cNvSpPr txBox="1"/>
          <p:nvPr/>
        </p:nvSpPr>
        <p:spPr>
          <a:xfrm>
            <a:off x="4311650" y="6461760"/>
            <a:ext cx="431800" cy="71120"/>
          </a:xfrm>
          <a:prstGeom prst="rect">
            <a:avLst/>
          </a:prstGeom>
          <a:noFill/>
        </p:spPr>
        <p:txBody>
          <a:bodyPr rtlCol="0" anchor="ctr" wrap="none" lIns="0" tIns="0" rIns="0" bIns="0">
            <a:spAutoFit/>
          </a:bodyPr>
          <a:lstStyle/>
          <a:p>
            <a:pPr algn="ctr"/>
            <a:r>
              <a:rPr lang="en-US" sz="460" dirty="0">
                <a:solidFill>
                  <a:srgbClr val="000000"/>
                </a:solidFill>
                <a:latin typeface="Times New Roman"/>
                <a:cs typeface="Times New Roman"/>
              </a:rPr>
              <a:t>#F4B183</a:t>
            </a:r>
          </a:p>
        </p:txBody>
      </p:sp>
      <p:sp>
        <p:nvSpPr>
          <p:cNvPr id="166" name="Module 166"/>
          <p:cNvSpPr/>
          <p:nvPr/>
        </p:nvSpPr>
        <p:spPr>
          <a:xfrm>
            <a:off x="4781550" y="6258560"/>
            <a:ext cx="431800" cy="165100"/>
          </a:xfrm>
          <a:prstGeom prst="rect">
            <a:avLst/>
          </a:prstGeom>
          <a:solidFill>
            <a:srgbClr val="ED7D31"/>
          </a:solidFill>
          <a:ln w="3810" cap="flat">
            <a:solidFill>
              <a:srgbClr val="000000"/>
            </a:solidFill>
            <a:miter lim="800000"/>
          </a:ln>
        </p:spPr>
        <p:txBody>
          <a:bodyPr rtlCol="0" anchor="ctr" wrap="none" lIns="0" tIns="0" rIns="0" bIns="0"/>
          <a:lstStyle/>
          <a:p>
            <a:endParaRPr lang="en-US"/>
          </a:p>
        </p:txBody>
      </p:sp>
      <p:sp>
        <p:nvSpPr>
          <p:cNvPr id="167" name="Caption 167"/>
          <p:cNvSpPr txBox="1"/>
          <p:nvPr/>
        </p:nvSpPr>
        <p:spPr>
          <a:xfrm>
            <a:off x="4781550" y="6461760"/>
            <a:ext cx="431800" cy="71120"/>
          </a:xfrm>
          <a:prstGeom prst="rect">
            <a:avLst/>
          </a:prstGeom>
          <a:noFill/>
        </p:spPr>
        <p:txBody>
          <a:bodyPr rtlCol="0" anchor="ctr" wrap="none" lIns="0" tIns="0" rIns="0" bIns="0">
            <a:spAutoFit/>
          </a:bodyPr>
          <a:lstStyle/>
          <a:p>
            <a:pPr algn="ctr"/>
            <a:r>
              <a:rPr lang="en-US" sz="460" dirty="0">
                <a:solidFill>
                  <a:srgbClr val="000000"/>
                </a:solidFill>
                <a:latin typeface="Times New Roman"/>
                <a:cs typeface="Times New Roman"/>
              </a:rPr>
              <a:t>#ED7D31</a:t>
            </a:r>
          </a:p>
        </p:txBody>
      </p:sp>
      <p:sp>
        <p:nvSpPr>
          <p:cNvPr id="168" name="Module 168"/>
          <p:cNvSpPr/>
          <p:nvPr/>
        </p:nvSpPr>
        <p:spPr>
          <a:xfrm>
            <a:off x="5251450" y="6258560"/>
            <a:ext cx="431800" cy="165100"/>
          </a:xfrm>
          <a:prstGeom prst="rect">
            <a:avLst/>
          </a:prstGeom>
          <a:solidFill>
            <a:srgbClr val="C55A11"/>
          </a:solidFill>
          <a:ln w="3810" cap="flat">
            <a:solidFill>
              <a:srgbClr val="000000"/>
            </a:solidFill>
            <a:miter lim="800000"/>
          </a:ln>
        </p:spPr>
        <p:txBody>
          <a:bodyPr rtlCol="0" anchor="ctr" wrap="none" lIns="0" tIns="0" rIns="0" bIns="0"/>
          <a:lstStyle/>
          <a:p>
            <a:endParaRPr lang="en-US"/>
          </a:p>
        </p:txBody>
      </p:sp>
      <p:sp>
        <p:nvSpPr>
          <p:cNvPr id="169" name="Caption 169"/>
          <p:cNvSpPr txBox="1"/>
          <p:nvPr/>
        </p:nvSpPr>
        <p:spPr>
          <a:xfrm>
            <a:off x="5251450" y="6461760"/>
            <a:ext cx="431800" cy="71120"/>
          </a:xfrm>
          <a:prstGeom prst="rect">
            <a:avLst/>
          </a:prstGeom>
          <a:noFill/>
        </p:spPr>
        <p:txBody>
          <a:bodyPr rtlCol="0" anchor="ctr" wrap="none" lIns="0" tIns="0" rIns="0" bIns="0">
            <a:spAutoFit/>
          </a:bodyPr>
          <a:lstStyle/>
          <a:p>
            <a:pPr algn="ctr"/>
            <a:r>
              <a:rPr lang="en-US" sz="460" dirty="0">
                <a:solidFill>
                  <a:srgbClr val="000000"/>
                </a:solidFill>
                <a:latin typeface="Times New Roman"/>
                <a:cs typeface="Times New Roman"/>
              </a:rPr>
              <a:t>#C55A11</a:t>
            </a:r>
          </a:p>
        </p:txBody>
      </p:sp>
      <p:sp>
        <p:nvSpPr>
          <p:cNvPr id="170" name="Module 170"/>
          <p:cNvSpPr/>
          <p:nvPr/>
        </p:nvSpPr>
        <p:spPr>
          <a:xfrm>
            <a:off x="5721350" y="6258560"/>
            <a:ext cx="431800" cy="165100"/>
          </a:xfrm>
          <a:prstGeom prst="rect">
            <a:avLst/>
          </a:prstGeom>
          <a:solidFill>
            <a:srgbClr val="833C0C"/>
          </a:solidFill>
          <a:ln w="3810" cap="flat">
            <a:solidFill>
              <a:srgbClr val="000000"/>
            </a:solidFill>
            <a:miter lim="800000"/>
          </a:ln>
        </p:spPr>
        <p:txBody>
          <a:bodyPr rtlCol="0" anchor="ctr" wrap="none" lIns="0" tIns="0" rIns="0" bIns="0"/>
          <a:lstStyle/>
          <a:p>
            <a:endParaRPr lang="en-US"/>
          </a:p>
        </p:txBody>
      </p:sp>
      <p:sp>
        <p:nvSpPr>
          <p:cNvPr id="171" name="Caption 171"/>
          <p:cNvSpPr txBox="1"/>
          <p:nvPr/>
        </p:nvSpPr>
        <p:spPr>
          <a:xfrm>
            <a:off x="5721350" y="6461760"/>
            <a:ext cx="431800" cy="71120"/>
          </a:xfrm>
          <a:prstGeom prst="rect">
            <a:avLst/>
          </a:prstGeom>
          <a:noFill/>
        </p:spPr>
        <p:txBody>
          <a:bodyPr rtlCol="0" anchor="ctr" wrap="none" lIns="0" tIns="0" rIns="0" bIns="0">
            <a:spAutoFit/>
          </a:bodyPr>
          <a:lstStyle/>
          <a:p>
            <a:pPr algn="ctr"/>
            <a:r>
              <a:rPr lang="en-US" sz="460" dirty="0">
                <a:solidFill>
                  <a:srgbClr val="000000"/>
                </a:solidFill>
                <a:latin typeface="Times New Roman"/>
                <a:cs typeface="Times New Roman"/>
              </a:rPr>
              <a:t>#833C0C</a:t>
            </a:r>
          </a:p>
        </p:txBody>
      </p:sp>
      <p:sp>
        <p:nvSpPr>
          <p:cNvPr id="172" name="Label 172"/>
          <p:cNvSpPr txBox="1"/>
          <p:nvPr/>
        </p:nvSpPr>
        <p:spPr>
          <a:xfrm>
            <a:off x="2432050" y="6724650"/>
            <a:ext cx="431800" cy="81280"/>
          </a:xfrm>
          <a:prstGeom prst="rect">
            <a:avLst/>
          </a:prstGeom>
          <a:noFill/>
        </p:spPr>
        <p:txBody>
          <a:bodyPr rtlCol="0" anchor="ctr" wrap="none" lIns="0" tIns="0" rIns="0" bIns="0">
            <a:spAutoFit/>
          </a:bodyPr>
          <a:lstStyle/>
          <a:p>
            <a:pPr algn="ctr"/>
            <a:r>
              <a:rPr lang="en-US" sz="640" dirty="0">
                <a:solidFill>
                  <a:srgbClr val="000000"/>
                </a:solidFill>
                <a:latin typeface="Times New Roman"/>
                <a:cs typeface="Times New Roman"/>
              </a:rPr>
              <a:t>purple</a:t>
            </a:r>
          </a:p>
        </p:txBody>
      </p:sp>
      <p:sp>
        <p:nvSpPr>
          <p:cNvPr id="173" name="Module 173"/>
          <p:cNvSpPr/>
          <p:nvPr/>
        </p:nvSpPr>
        <p:spPr>
          <a:xfrm>
            <a:off x="2901950" y="6634480"/>
            <a:ext cx="431800" cy="165100"/>
          </a:xfrm>
          <a:prstGeom prst="rect">
            <a:avLst/>
          </a:prstGeom>
          <a:solidFill>
            <a:srgbClr val="F5F3F8"/>
          </a:solidFill>
          <a:ln w="3810" cap="flat">
            <a:solidFill>
              <a:srgbClr val="000000"/>
            </a:solidFill>
            <a:miter lim="800000"/>
          </a:ln>
        </p:spPr>
        <p:txBody>
          <a:bodyPr rtlCol="0" anchor="ctr" wrap="none" lIns="0" tIns="0" rIns="0" bIns="0"/>
          <a:lstStyle/>
          <a:p>
            <a:endParaRPr lang="en-US"/>
          </a:p>
        </p:txBody>
      </p:sp>
      <p:sp>
        <p:nvSpPr>
          <p:cNvPr id="174" name="Caption 174"/>
          <p:cNvSpPr txBox="1"/>
          <p:nvPr/>
        </p:nvSpPr>
        <p:spPr>
          <a:xfrm>
            <a:off x="2901950" y="6837680"/>
            <a:ext cx="431800" cy="71120"/>
          </a:xfrm>
          <a:prstGeom prst="rect">
            <a:avLst/>
          </a:prstGeom>
          <a:noFill/>
        </p:spPr>
        <p:txBody>
          <a:bodyPr rtlCol="0" anchor="ctr" wrap="none" lIns="0" tIns="0" rIns="0" bIns="0">
            <a:spAutoFit/>
          </a:bodyPr>
          <a:lstStyle/>
          <a:p>
            <a:pPr algn="ctr"/>
            <a:r>
              <a:rPr lang="en-US" sz="460" dirty="0">
                <a:solidFill>
                  <a:srgbClr val="000000"/>
                </a:solidFill>
                <a:latin typeface="Times New Roman"/>
                <a:cs typeface="Times New Roman"/>
              </a:rPr>
              <a:t>#F5F3F8</a:t>
            </a:r>
          </a:p>
        </p:txBody>
      </p:sp>
      <p:sp>
        <p:nvSpPr>
          <p:cNvPr id="175" name="Module 175"/>
          <p:cNvSpPr/>
          <p:nvPr/>
        </p:nvSpPr>
        <p:spPr>
          <a:xfrm>
            <a:off x="3371850" y="6634480"/>
            <a:ext cx="431800" cy="165100"/>
          </a:xfrm>
          <a:prstGeom prst="rect">
            <a:avLst/>
          </a:prstGeom>
          <a:solidFill>
            <a:srgbClr val="EEEAF2"/>
          </a:solidFill>
          <a:ln w="3810" cap="flat">
            <a:solidFill>
              <a:srgbClr val="000000"/>
            </a:solidFill>
            <a:miter lim="800000"/>
          </a:ln>
        </p:spPr>
        <p:txBody>
          <a:bodyPr rtlCol="0" anchor="ctr" wrap="none" lIns="0" tIns="0" rIns="0" bIns="0"/>
          <a:lstStyle/>
          <a:p>
            <a:endParaRPr lang="en-US"/>
          </a:p>
        </p:txBody>
      </p:sp>
      <p:sp>
        <p:nvSpPr>
          <p:cNvPr id="176" name="Caption 176"/>
          <p:cNvSpPr txBox="1"/>
          <p:nvPr/>
        </p:nvSpPr>
        <p:spPr>
          <a:xfrm>
            <a:off x="3371850" y="6837680"/>
            <a:ext cx="431800" cy="71120"/>
          </a:xfrm>
          <a:prstGeom prst="rect">
            <a:avLst/>
          </a:prstGeom>
          <a:noFill/>
        </p:spPr>
        <p:txBody>
          <a:bodyPr rtlCol="0" anchor="ctr" wrap="none" lIns="0" tIns="0" rIns="0" bIns="0">
            <a:spAutoFit/>
          </a:bodyPr>
          <a:lstStyle/>
          <a:p>
            <a:pPr algn="ctr"/>
            <a:r>
              <a:rPr lang="en-US" sz="460" dirty="0">
                <a:solidFill>
                  <a:srgbClr val="000000"/>
                </a:solidFill>
                <a:latin typeface="Times New Roman"/>
                <a:cs typeface="Times New Roman"/>
              </a:rPr>
              <a:t>#EEEAF2</a:t>
            </a:r>
          </a:p>
        </p:txBody>
      </p:sp>
      <p:sp>
        <p:nvSpPr>
          <p:cNvPr id="177" name="Module 177"/>
          <p:cNvSpPr/>
          <p:nvPr/>
        </p:nvSpPr>
        <p:spPr>
          <a:xfrm>
            <a:off x="3841750" y="6634480"/>
            <a:ext cx="431800" cy="165100"/>
          </a:xfrm>
          <a:prstGeom prst="rect">
            <a:avLst/>
          </a:prstGeom>
          <a:solidFill>
            <a:srgbClr val="D3C9DE"/>
          </a:solidFill>
          <a:ln w="3810" cap="flat">
            <a:solidFill>
              <a:srgbClr val="000000"/>
            </a:solidFill>
            <a:miter lim="800000"/>
          </a:ln>
        </p:spPr>
        <p:txBody>
          <a:bodyPr rtlCol="0" anchor="ctr" wrap="none" lIns="0" tIns="0" rIns="0" bIns="0"/>
          <a:lstStyle/>
          <a:p>
            <a:endParaRPr lang="en-US"/>
          </a:p>
        </p:txBody>
      </p:sp>
      <p:sp>
        <p:nvSpPr>
          <p:cNvPr id="178" name="Caption 178"/>
          <p:cNvSpPr txBox="1"/>
          <p:nvPr/>
        </p:nvSpPr>
        <p:spPr>
          <a:xfrm>
            <a:off x="3841750" y="6837680"/>
            <a:ext cx="431800" cy="71120"/>
          </a:xfrm>
          <a:prstGeom prst="rect">
            <a:avLst/>
          </a:prstGeom>
          <a:noFill/>
        </p:spPr>
        <p:txBody>
          <a:bodyPr rtlCol="0" anchor="ctr" wrap="none" lIns="0" tIns="0" rIns="0" bIns="0">
            <a:spAutoFit/>
          </a:bodyPr>
          <a:lstStyle/>
          <a:p>
            <a:pPr algn="ctr"/>
            <a:r>
              <a:rPr lang="en-US" sz="460" dirty="0">
                <a:solidFill>
                  <a:srgbClr val="000000"/>
                </a:solidFill>
                <a:latin typeface="Times New Roman"/>
                <a:cs typeface="Times New Roman"/>
              </a:rPr>
              <a:t>#D3C9DE</a:t>
            </a:r>
          </a:p>
        </p:txBody>
      </p:sp>
      <p:sp>
        <p:nvSpPr>
          <p:cNvPr id="179" name="Module 179"/>
          <p:cNvSpPr/>
          <p:nvPr/>
        </p:nvSpPr>
        <p:spPr>
          <a:xfrm>
            <a:off x="4311650" y="6634480"/>
            <a:ext cx="431800" cy="165100"/>
          </a:xfrm>
          <a:prstGeom prst="rect">
            <a:avLst/>
          </a:prstGeom>
          <a:solidFill>
            <a:srgbClr val="B4A7D6"/>
          </a:solidFill>
          <a:ln w="3810" cap="flat">
            <a:solidFill>
              <a:srgbClr val="000000"/>
            </a:solidFill>
            <a:miter lim="800000"/>
          </a:ln>
        </p:spPr>
        <p:txBody>
          <a:bodyPr rtlCol="0" anchor="ctr" wrap="none" lIns="0" tIns="0" rIns="0" bIns="0"/>
          <a:lstStyle/>
          <a:p>
            <a:endParaRPr lang="en-US"/>
          </a:p>
        </p:txBody>
      </p:sp>
      <p:sp>
        <p:nvSpPr>
          <p:cNvPr id="180" name="Caption 180"/>
          <p:cNvSpPr txBox="1"/>
          <p:nvPr/>
        </p:nvSpPr>
        <p:spPr>
          <a:xfrm>
            <a:off x="4311650" y="6837680"/>
            <a:ext cx="431800" cy="71120"/>
          </a:xfrm>
          <a:prstGeom prst="rect">
            <a:avLst/>
          </a:prstGeom>
          <a:noFill/>
        </p:spPr>
        <p:txBody>
          <a:bodyPr rtlCol="0" anchor="ctr" wrap="none" lIns="0" tIns="0" rIns="0" bIns="0">
            <a:spAutoFit/>
          </a:bodyPr>
          <a:lstStyle/>
          <a:p>
            <a:pPr algn="ctr"/>
            <a:r>
              <a:rPr lang="en-US" sz="460" dirty="0">
                <a:solidFill>
                  <a:srgbClr val="000000"/>
                </a:solidFill>
                <a:latin typeface="Times New Roman"/>
                <a:cs typeface="Times New Roman"/>
              </a:rPr>
              <a:t>#B4A7D6</a:t>
            </a:r>
          </a:p>
        </p:txBody>
      </p:sp>
      <p:sp>
        <p:nvSpPr>
          <p:cNvPr id="181" name="Module 181"/>
          <p:cNvSpPr/>
          <p:nvPr/>
        </p:nvSpPr>
        <p:spPr>
          <a:xfrm>
            <a:off x="4781550" y="6634480"/>
            <a:ext cx="431800" cy="165100"/>
          </a:xfrm>
          <a:prstGeom prst="rect">
            <a:avLst/>
          </a:prstGeom>
          <a:solidFill>
            <a:srgbClr val="8064A2"/>
          </a:solidFill>
          <a:ln w="3810" cap="flat">
            <a:solidFill>
              <a:srgbClr val="000000"/>
            </a:solidFill>
            <a:miter lim="800000"/>
          </a:ln>
        </p:spPr>
        <p:txBody>
          <a:bodyPr rtlCol="0" anchor="ctr" wrap="none" lIns="0" tIns="0" rIns="0" bIns="0"/>
          <a:lstStyle/>
          <a:p>
            <a:endParaRPr lang="en-US"/>
          </a:p>
        </p:txBody>
      </p:sp>
      <p:sp>
        <p:nvSpPr>
          <p:cNvPr id="182" name="Caption 182"/>
          <p:cNvSpPr txBox="1"/>
          <p:nvPr/>
        </p:nvSpPr>
        <p:spPr>
          <a:xfrm>
            <a:off x="4781550" y="6837680"/>
            <a:ext cx="431800" cy="71120"/>
          </a:xfrm>
          <a:prstGeom prst="rect">
            <a:avLst/>
          </a:prstGeom>
          <a:noFill/>
        </p:spPr>
        <p:txBody>
          <a:bodyPr rtlCol="0" anchor="ctr" wrap="none" lIns="0" tIns="0" rIns="0" bIns="0">
            <a:spAutoFit/>
          </a:bodyPr>
          <a:lstStyle/>
          <a:p>
            <a:pPr algn="ctr"/>
            <a:r>
              <a:rPr lang="en-US" sz="460" dirty="0">
                <a:solidFill>
                  <a:srgbClr val="000000"/>
                </a:solidFill>
                <a:latin typeface="Times New Roman"/>
                <a:cs typeface="Times New Roman"/>
              </a:rPr>
              <a:t>#8064A2</a:t>
            </a:r>
          </a:p>
        </p:txBody>
      </p:sp>
      <p:sp>
        <p:nvSpPr>
          <p:cNvPr id="183" name="Module 183"/>
          <p:cNvSpPr/>
          <p:nvPr/>
        </p:nvSpPr>
        <p:spPr>
          <a:xfrm>
            <a:off x="5251450" y="6634480"/>
            <a:ext cx="431800" cy="165100"/>
          </a:xfrm>
          <a:prstGeom prst="rect">
            <a:avLst/>
          </a:prstGeom>
          <a:solidFill>
            <a:srgbClr val="5F497A"/>
          </a:solidFill>
          <a:ln w="3810" cap="flat">
            <a:solidFill>
              <a:srgbClr val="000000"/>
            </a:solidFill>
            <a:miter lim="800000"/>
          </a:ln>
        </p:spPr>
        <p:txBody>
          <a:bodyPr rtlCol="0" anchor="ctr" wrap="none" lIns="0" tIns="0" rIns="0" bIns="0"/>
          <a:lstStyle/>
          <a:p>
            <a:endParaRPr lang="en-US"/>
          </a:p>
        </p:txBody>
      </p:sp>
      <p:sp>
        <p:nvSpPr>
          <p:cNvPr id="184" name="Caption 184"/>
          <p:cNvSpPr txBox="1"/>
          <p:nvPr/>
        </p:nvSpPr>
        <p:spPr>
          <a:xfrm>
            <a:off x="5251450" y="6837680"/>
            <a:ext cx="431800" cy="71120"/>
          </a:xfrm>
          <a:prstGeom prst="rect">
            <a:avLst/>
          </a:prstGeom>
          <a:noFill/>
        </p:spPr>
        <p:txBody>
          <a:bodyPr rtlCol="0" anchor="ctr" wrap="none" lIns="0" tIns="0" rIns="0" bIns="0">
            <a:spAutoFit/>
          </a:bodyPr>
          <a:lstStyle/>
          <a:p>
            <a:pPr algn="ctr"/>
            <a:r>
              <a:rPr lang="en-US" sz="460" dirty="0">
                <a:solidFill>
                  <a:srgbClr val="000000"/>
                </a:solidFill>
                <a:latin typeface="Times New Roman"/>
                <a:cs typeface="Times New Roman"/>
              </a:rPr>
              <a:t>#5F497A</a:t>
            </a:r>
          </a:p>
        </p:txBody>
      </p:sp>
      <p:sp>
        <p:nvSpPr>
          <p:cNvPr id="185" name="Module 185"/>
          <p:cNvSpPr/>
          <p:nvPr/>
        </p:nvSpPr>
        <p:spPr>
          <a:xfrm>
            <a:off x="5721350" y="6634480"/>
            <a:ext cx="431800" cy="165100"/>
          </a:xfrm>
          <a:prstGeom prst="rect">
            <a:avLst/>
          </a:prstGeom>
          <a:solidFill>
            <a:srgbClr val="3F3151"/>
          </a:solidFill>
          <a:ln w="3810" cap="flat">
            <a:solidFill>
              <a:srgbClr val="000000"/>
            </a:solidFill>
            <a:miter lim="800000"/>
          </a:ln>
        </p:spPr>
        <p:txBody>
          <a:bodyPr rtlCol="0" anchor="ctr" wrap="none" lIns="0" tIns="0" rIns="0" bIns="0"/>
          <a:lstStyle/>
          <a:p>
            <a:endParaRPr lang="en-US"/>
          </a:p>
        </p:txBody>
      </p:sp>
      <p:sp>
        <p:nvSpPr>
          <p:cNvPr id="186" name="Caption 186"/>
          <p:cNvSpPr txBox="1"/>
          <p:nvPr/>
        </p:nvSpPr>
        <p:spPr>
          <a:xfrm>
            <a:off x="5721350" y="6837680"/>
            <a:ext cx="431800" cy="71120"/>
          </a:xfrm>
          <a:prstGeom prst="rect">
            <a:avLst/>
          </a:prstGeom>
          <a:noFill/>
        </p:spPr>
        <p:txBody>
          <a:bodyPr rtlCol="0" anchor="ctr" wrap="none" lIns="0" tIns="0" rIns="0" bIns="0">
            <a:spAutoFit/>
          </a:bodyPr>
          <a:lstStyle/>
          <a:p>
            <a:pPr algn="ctr"/>
            <a:r>
              <a:rPr lang="en-US" sz="460" dirty="0">
                <a:solidFill>
                  <a:srgbClr val="000000"/>
                </a:solidFill>
                <a:latin typeface="Times New Roman"/>
                <a:cs typeface="Times New Roman"/>
              </a:rPr>
              <a:t>#3F3151</a:t>
            </a:r>
          </a:p>
        </p:txBody>
      </p:sp>
      <p:sp>
        <p:nvSpPr>
          <p:cNvPr id="187" name="Label 187"/>
          <p:cNvSpPr txBox="1"/>
          <p:nvPr/>
        </p:nvSpPr>
        <p:spPr>
          <a:xfrm>
            <a:off x="2432050" y="7100570"/>
            <a:ext cx="431800" cy="81280"/>
          </a:xfrm>
          <a:prstGeom prst="rect">
            <a:avLst/>
          </a:prstGeom>
          <a:noFill/>
        </p:spPr>
        <p:txBody>
          <a:bodyPr rtlCol="0" anchor="ctr" wrap="none" lIns="0" tIns="0" rIns="0" bIns="0">
            <a:spAutoFit/>
          </a:bodyPr>
          <a:lstStyle/>
          <a:p>
            <a:pPr algn="ctr"/>
            <a:r>
              <a:rPr lang="en-US" sz="640" dirty="0">
                <a:solidFill>
                  <a:srgbClr val="000000"/>
                </a:solidFill>
                <a:latin typeface="Times New Roman"/>
                <a:cs typeface="Times New Roman"/>
              </a:rPr>
              <a:t>rose</a:t>
            </a:r>
          </a:p>
        </p:txBody>
      </p:sp>
      <p:sp>
        <p:nvSpPr>
          <p:cNvPr id="188" name="Module 188"/>
          <p:cNvSpPr/>
          <p:nvPr/>
        </p:nvSpPr>
        <p:spPr>
          <a:xfrm>
            <a:off x="2901950" y="7010400"/>
            <a:ext cx="431800" cy="165100"/>
          </a:xfrm>
          <a:prstGeom prst="rect">
            <a:avLst/>
          </a:prstGeom>
          <a:solidFill>
            <a:srgbClr val="FCEFEF"/>
          </a:solidFill>
          <a:ln w="3810" cap="flat">
            <a:solidFill>
              <a:srgbClr val="000000"/>
            </a:solidFill>
            <a:miter lim="800000"/>
          </a:ln>
        </p:spPr>
        <p:txBody>
          <a:bodyPr rtlCol="0" anchor="ctr" wrap="none" lIns="0" tIns="0" rIns="0" bIns="0"/>
          <a:lstStyle/>
          <a:p>
            <a:endParaRPr lang="en-US"/>
          </a:p>
        </p:txBody>
      </p:sp>
      <p:sp>
        <p:nvSpPr>
          <p:cNvPr id="189" name="Caption 189"/>
          <p:cNvSpPr txBox="1"/>
          <p:nvPr/>
        </p:nvSpPr>
        <p:spPr>
          <a:xfrm>
            <a:off x="2901950" y="7213600"/>
            <a:ext cx="431800" cy="71120"/>
          </a:xfrm>
          <a:prstGeom prst="rect">
            <a:avLst/>
          </a:prstGeom>
          <a:noFill/>
        </p:spPr>
        <p:txBody>
          <a:bodyPr rtlCol="0" anchor="ctr" wrap="none" lIns="0" tIns="0" rIns="0" bIns="0">
            <a:spAutoFit/>
          </a:bodyPr>
          <a:lstStyle/>
          <a:p>
            <a:pPr algn="ctr"/>
            <a:r>
              <a:rPr lang="en-US" sz="460" dirty="0">
                <a:solidFill>
                  <a:srgbClr val="000000"/>
                </a:solidFill>
                <a:latin typeface="Times New Roman"/>
                <a:cs typeface="Times New Roman"/>
              </a:rPr>
              <a:t>#FCEFEF</a:t>
            </a:r>
          </a:p>
        </p:txBody>
      </p:sp>
      <p:sp>
        <p:nvSpPr>
          <p:cNvPr id="190" name="Module 190"/>
          <p:cNvSpPr/>
          <p:nvPr/>
        </p:nvSpPr>
        <p:spPr>
          <a:xfrm>
            <a:off x="3371850" y="7010400"/>
            <a:ext cx="431800" cy="165100"/>
          </a:xfrm>
          <a:prstGeom prst="rect">
            <a:avLst/>
          </a:prstGeom>
          <a:solidFill>
            <a:srgbClr val="F2DCDA"/>
          </a:solidFill>
          <a:ln w="3810" cap="flat">
            <a:solidFill>
              <a:srgbClr val="000000"/>
            </a:solidFill>
            <a:miter lim="800000"/>
          </a:ln>
        </p:spPr>
        <p:txBody>
          <a:bodyPr rtlCol="0" anchor="ctr" wrap="none" lIns="0" tIns="0" rIns="0" bIns="0"/>
          <a:lstStyle/>
          <a:p>
            <a:endParaRPr lang="en-US"/>
          </a:p>
        </p:txBody>
      </p:sp>
      <p:sp>
        <p:nvSpPr>
          <p:cNvPr id="191" name="Caption 191"/>
          <p:cNvSpPr txBox="1"/>
          <p:nvPr/>
        </p:nvSpPr>
        <p:spPr>
          <a:xfrm>
            <a:off x="3371850" y="7213600"/>
            <a:ext cx="431800" cy="71120"/>
          </a:xfrm>
          <a:prstGeom prst="rect">
            <a:avLst/>
          </a:prstGeom>
          <a:noFill/>
        </p:spPr>
        <p:txBody>
          <a:bodyPr rtlCol="0" anchor="ctr" wrap="none" lIns="0" tIns="0" rIns="0" bIns="0">
            <a:spAutoFit/>
          </a:bodyPr>
          <a:lstStyle/>
          <a:p>
            <a:pPr algn="ctr"/>
            <a:r>
              <a:rPr lang="en-US" sz="460" dirty="0">
                <a:solidFill>
                  <a:srgbClr val="000000"/>
                </a:solidFill>
                <a:latin typeface="Times New Roman"/>
                <a:cs typeface="Times New Roman"/>
              </a:rPr>
              <a:t>#F2DCDA</a:t>
            </a:r>
          </a:p>
        </p:txBody>
      </p:sp>
      <p:sp>
        <p:nvSpPr>
          <p:cNvPr id="192" name="Module 192"/>
          <p:cNvSpPr/>
          <p:nvPr/>
        </p:nvSpPr>
        <p:spPr>
          <a:xfrm>
            <a:off x="3841750" y="7010400"/>
            <a:ext cx="431800" cy="165100"/>
          </a:xfrm>
          <a:prstGeom prst="rect">
            <a:avLst/>
          </a:prstGeom>
          <a:solidFill>
            <a:srgbClr val="F5C6C4"/>
          </a:solidFill>
          <a:ln w="3810" cap="flat">
            <a:solidFill>
              <a:srgbClr val="000000"/>
            </a:solidFill>
            <a:miter lim="800000"/>
          </a:ln>
        </p:spPr>
        <p:txBody>
          <a:bodyPr rtlCol="0" anchor="ctr" wrap="none" lIns="0" tIns="0" rIns="0" bIns="0"/>
          <a:lstStyle/>
          <a:p>
            <a:endParaRPr lang="en-US"/>
          </a:p>
        </p:txBody>
      </p:sp>
      <p:sp>
        <p:nvSpPr>
          <p:cNvPr id="193" name="Caption 193"/>
          <p:cNvSpPr txBox="1"/>
          <p:nvPr/>
        </p:nvSpPr>
        <p:spPr>
          <a:xfrm>
            <a:off x="3841750" y="7213600"/>
            <a:ext cx="431800" cy="71120"/>
          </a:xfrm>
          <a:prstGeom prst="rect">
            <a:avLst/>
          </a:prstGeom>
          <a:noFill/>
        </p:spPr>
        <p:txBody>
          <a:bodyPr rtlCol="0" anchor="ctr" wrap="none" lIns="0" tIns="0" rIns="0" bIns="0">
            <a:spAutoFit/>
          </a:bodyPr>
          <a:lstStyle/>
          <a:p>
            <a:pPr algn="ctr"/>
            <a:r>
              <a:rPr lang="en-US" sz="460" dirty="0">
                <a:solidFill>
                  <a:srgbClr val="000000"/>
                </a:solidFill>
                <a:latin typeface="Times New Roman"/>
                <a:cs typeface="Times New Roman"/>
              </a:rPr>
              <a:t>#F5C6C4</a:t>
            </a:r>
          </a:p>
        </p:txBody>
      </p:sp>
      <p:sp>
        <p:nvSpPr>
          <p:cNvPr id="194" name="Module 194"/>
          <p:cNvSpPr/>
          <p:nvPr/>
        </p:nvSpPr>
        <p:spPr>
          <a:xfrm>
            <a:off x="4311650" y="7010400"/>
            <a:ext cx="431800" cy="165100"/>
          </a:xfrm>
          <a:prstGeom prst="rect">
            <a:avLst/>
          </a:prstGeom>
          <a:solidFill>
            <a:srgbClr val="EFA3A0"/>
          </a:solidFill>
          <a:ln w="3810" cap="flat">
            <a:solidFill>
              <a:srgbClr val="000000"/>
            </a:solidFill>
            <a:miter lim="800000"/>
          </a:ln>
        </p:spPr>
        <p:txBody>
          <a:bodyPr rtlCol="0" anchor="ctr" wrap="none" lIns="0" tIns="0" rIns="0" bIns="0"/>
          <a:lstStyle/>
          <a:p>
            <a:endParaRPr lang="en-US"/>
          </a:p>
        </p:txBody>
      </p:sp>
      <p:sp>
        <p:nvSpPr>
          <p:cNvPr id="195" name="Caption 195"/>
          <p:cNvSpPr txBox="1"/>
          <p:nvPr/>
        </p:nvSpPr>
        <p:spPr>
          <a:xfrm>
            <a:off x="4311650" y="7213600"/>
            <a:ext cx="431800" cy="71120"/>
          </a:xfrm>
          <a:prstGeom prst="rect">
            <a:avLst/>
          </a:prstGeom>
          <a:noFill/>
        </p:spPr>
        <p:txBody>
          <a:bodyPr rtlCol="0" anchor="ctr" wrap="none" lIns="0" tIns="0" rIns="0" bIns="0">
            <a:spAutoFit/>
          </a:bodyPr>
          <a:lstStyle/>
          <a:p>
            <a:pPr algn="ctr"/>
            <a:r>
              <a:rPr lang="en-US" sz="460" dirty="0">
                <a:solidFill>
                  <a:srgbClr val="000000"/>
                </a:solidFill>
                <a:latin typeface="Times New Roman"/>
                <a:cs typeface="Times New Roman"/>
              </a:rPr>
              <a:t>#EFA3A0</a:t>
            </a:r>
          </a:p>
        </p:txBody>
      </p:sp>
      <p:sp>
        <p:nvSpPr>
          <p:cNvPr id="196" name="Module 196"/>
          <p:cNvSpPr/>
          <p:nvPr/>
        </p:nvSpPr>
        <p:spPr>
          <a:xfrm>
            <a:off x="4781550" y="7010400"/>
            <a:ext cx="431800" cy="165100"/>
          </a:xfrm>
          <a:prstGeom prst="rect">
            <a:avLst/>
          </a:prstGeom>
          <a:solidFill>
            <a:srgbClr val="C0504D"/>
          </a:solidFill>
          <a:ln w="3810" cap="flat">
            <a:solidFill>
              <a:srgbClr val="000000"/>
            </a:solidFill>
            <a:miter lim="800000"/>
          </a:ln>
        </p:spPr>
        <p:txBody>
          <a:bodyPr rtlCol="0" anchor="ctr" wrap="none" lIns="0" tIns="0" rIns="0" bIns="0"/>
          <a:lstStyle/>
          <a:p>
            <a:endParaRPr lang="en-US"/>
          </a:p>
        </p:txBody>
      </p:sp>
      <p:sp>
        <p:nvSpPr>
          <p:cNvPr id="197" name="Caption 197"/>
          <p:cNvSpPr txBox="1"/>
          <p:nvPr/>
        </p:nvSpPr>
        <p:spPr>
          <a:xfrm>
            <a:off x="4781550" y="7213600"/>
            <a:ext cx="431800" cy="71120"/>
          </a:xfrm>
          <a:prstGeom prst="rect">
            <a:avLst/>
          </a:prstGeom>
          <a:noFill/>
        </p:spPr>
        <p:txBody>
          <a:bodyPr rtlCol="0" anchor="ctr" wrap="none" lIns="0" tIns="0" rIns="0" bIns="0">
            <a:spAutoFit/>
          </a:bodyPr>
          <a:lstStyle/>
          <a:p>
            <a:pPr algn="ctr"/>
            <a:r>
              <a:rPr lang="en-US" sz="460" dirty="0">
                <a:solidFill>
                  <a:srgbClr val="000000"/>
                </a:solidFill>
                <a:latin typeface="Times New Roman"/>
                <a:cs typeface="Times New Roman"/>
              </a:rPr>
              <a:t>#C0504D</a:t>
            </a:r>
          </a:p>
        </p:txBody>
      </p:sp>
      <p:sp>
        <p:nvSpPr>
          <p:cNvPr id="198" name="Module 198"/>
          <p:cNvSpPr/>
          <p:nvPr/>
        </p:nvSpPr>
        <p:spPr>
          <a:xfrm>
            <a:off x="5251450" y="7010400"/>
            <a:ext cx="431800" cy="165100"/>
          </a:xfrm>
          <a:prstGeom prst="rect">
            <a:avLst/>
          </a:prstGeom>
          <a:solidFill>
            <a:srgbClr val="953735"/>
          </a:solidFill>
          <a:ln w="3810" cap="flat">
            <a:solidFill>
              <a:srgbClr val="000000"/>
            </a:solidFill>
            <a:miter lim="800000"/>
          </a:ln>
        </p:spPr>
        <p:txBody>
          <a:bodyPr rtlCol="0" anchor="ctr" wrap="none" lIns="0" tIns="0" rIns="0" bIns="0"/>
          <a:lstStyle/>
          <a:p>
            <a:endParaRPr lang="en-US"/>
          </a:p>
        </p:txBody>
      </p:sp>
      <p:sp>
        <p:nvSpPr>
          <p:cNvPr id="199" name="Caption 199"/>
          <p:cNvSpPr txBox="1"/>
          <p:nvPr/>
        </p:nvSpPr>
        <p:spPr>
          <a:xfrm>
            <a:off x="5251450" y="7213600"/>
            <a:ext cx="431800" cy="71120"/>
          </a:xfrm>
          <a:prstGeom prst="rect">
            <a:avLst/>
          </a:prstGeom>
          <a:noFill/>
        </p:spPr>
        <p:txBody>
          <a:bodyPr rtlCol="0" anchor="ctr" wrap="none" lIns="0" tIns="0" rIns="0" bIns="0">
            <a:spAutoFit/>
          </a:bodyPr>
          <a:lstStyle/>
          <a:p>
            <a:pPr algn="ctr"/>
            <a:r>
              <a:rPr lang="en-US" sz="460" dirty="0">
                <a:solidFill>
                  <a:srgbClr val="000000"/>
                </a:solidFill>
                <a:latin typeface="Times New Roman"/>
                <a:cs typeface="Times New Roman"/>
              </a:rPr>
              <a:t>#953735</a:t>
            </a:r>
          </a:p>
        </p:txBody>
      </p:sp>
      <p:sp>
        <p:nvSpPr>
          <p:cNvPr id="200" name="Module 200"/>
          <p:cNvSpPr/>
          <p:nvPr/>
        </p:nvSpPr>
        <p:spPr>
          <a:xfrm>
            <a:off x="5721350" y="7010400"/>
            <a:ext cx="431800" cy="165100"/>
          </a:xfrm>
          <a:prstGeom prst="rect">
            <a:avLst/>
          </a:prstGeom>
          <a:solidFill>
            <a:srgbClr val="632523"/>
          </a:solidFill>
          <a:ln w="3810" cap="flat">
            <a:solidFill>
              <a:srgbClr val="000000"/>
            </a:solidFill>
            <a:miter lim="800000"/>
          </a:ln>
        </p:spPr>
        <p:txBody>
          <a:bodyPr rtlCol="0" anchor="ctr" wrap="none" lIns="0" tIns="0" rIns="0" bIns="0"/>
          <a:lstStyle/>
          <a:p>
            <a:endParaRPr lang="en-US"/>
          </a:p>
        </p:txBody>
      </p:sp>
      <p:sp>
        <p:nvSpPr>
          <p:cNvPr id="201" name="Caption 201"/>
          <p:cNvSpPr txBox="1"/>
          <p:nvPr/>
        </p:nvSpPr>
        <p:spPr>
          <a:xfrm>
            <a:off x="5721350" y="7213600"/>
            <a:ext cx="431800" cy="71120"/>
          </a:xfrm>
          <a:prstGeom prst="rect">
            <a:avLst/>
          </a:prstGeom>
          <a:noFill/>
        </p:spPr>
        <p:txBody>
          <a:bodyPr rtlCol="0" anchor="ctr" wrap="none" lIns="0" tIns="0" rIns="0" bIns="0">
            <a:spAutoFit/>
          </a:bodyPr>
          <a:lstStyle/>
          <a:p>
            <a:pPr algn="ctr"/>
            <a:r>
              <a:rPr lang="en-US" sz="460" dirty="0">
                <a:solidFill>
                  <a:srgbClr val="000000"/>
                </a:solidFill>
                <a:latin typeface="Times New Roman"/>
                <a:cs typeface="Times New Roman"/>
              </a:rPr>
              <a:t>#632523</a:t>
            </a:r>
          </a:p>
        </p:txBody>
      </p:sp>
      <p:sp>
        <p:nvSpPr>
          <p:cNvPr id="202" name="Label 202"/>
          <p:cNvSpPr txBox="1"/>
          <p:nvPr/>
        </p:nvSpPr>
        <p:spPr>
          <a:xfrm>
            <a:off x="2432050" y="7476490"/>
            <a:ext cx="431800" cy="81280"/>
          </a:xfrm>
          <a:prstGeom prst="rect">
            <a:avLst/>
          </a:prstGeom>
          <a:noFill/>
        </p:spPr>
        <p:txBody>
          <a:bodyPr rtlCol="0" anchor="ctr" wrap="none" lIns="0" tIns="0" rIns="0" bIns="0">
            <a:spAutoFit/>
          </a:bodyPr>
          <a:lstStyle/>
          <a:p>
            <a:pPr algn="ctr"/>
            <a:r>
              <a:rPr lang="en-US" sz="640" dirty="0">
                <a:solidFill>
                  <a:srgbClr val="000000"/>
                </a:solidFill>
                <a:latin typeface="Times New Roman"/>
                <a:cs typeface="Times New Roman"/>
              </a:rPr>
              <a:t>teal</a:t>
            </a:r>
          </a:p>
        </p:txBody>
      </p:sp>
      <p:sp>
        <p:nvSpPr>
          <p:cNvPr id="203" name="Module 203"/>
          <p:cNvSpPr/>
          <p:nvPr/>
        </p:nvSpPr>
        <p:spPr>
          <a:xfrm>
            <a:off x="2901950" y="7386320"/>
            <a:ext cx="431800" cy="165100"/>
          </a:xfrm>
          <a:prstGeom prst="rect">
            <a:avLst/>
          </a:prstGeom>
          <a:solidFill>
            <a:srgbClr val="EAF6F3"/>
          </a:solidFill>
          <a:ln w="3810" cap="flat">
            <a:solidFill>
              <a:srgbClr val="000000"/>
            </a:solidFill>
            <a:miter lim="800000"/>
          </a:ln>
        </p:spPr>
        <p:txBody>
          <a:bodyPr rtlCol="0" anchor="ctr" wrap="none" lIns="0" tIns="0" rIns="0" bIns="0"/>
          <a:lstStyle/>
          <a:p>
            <a:endParaRPr lang="en-US"/>
          </a:p>
        </p:txBody>
      </p:sp>
      <p:sp>
        <p:nvSpPr>
          <p:cNvPr id="204" name="Caption 204"/>
          <p:cNvSpPr txBox="1"/>
          <p:nvPr/>
        </p:nvSpPr>
        <p:spPr>
          <a:xfrm>
            <a:off x="2901950" y="7589520"/>
            <a:ext cx="431800" cy="71120"/>
          </a:xfrm>
          <a:prstGeom prst="rect">
            <a:avLst/>
          </a:prstGeom>
          <a:noFill/>
        </p:spPr>
        <p:txBody>
          <a:bodyPr rtlCol="0" anchor="ctr" wrap="none" lIns="0" tIns="0" rIns="0" bIns="0">
            <a:spAutoFit/>
          </a:bodyPr>
          <a:lstStyle/>
          <a:p>
            <a:pPr algn="ctr"/>
            <a:r>
              <a:rPr lang="en-US" sz="460" dirty="0">
                <a:solidFill>
                  <a:srgbClr val="000000"/>
                </a:solidFill>
                <a:latin typeface="Times New Roman"/>
                <a:cs typeface="Times New Roman"/>
              </a:rPr>
              <a:t>#EAF6F3</a:t>
            </a:r>
          </a:p>
        </p:txBody>
      </p:sp>
      <p:sp>
        <p:nvSpPr>
          <p:cNvPr id="205" name="Module 205"/>
          <p:cNvSpPr/>
          <p:nvPr/>
        </p:nvSpPr>
        <p:spPr>
          <a:xfrm>
            <a:off x="3371850" y="7386320"/>
            <a:ext cx="431800" cy="165100"/>
          </a:xfrm>
          <a:prstGeom prst="rect">
            <a:avLst/>
          </a:prstGeom>
          <a:solidFill>
            <a:srgbClr val="D6EDE7"/>
          </a:solidFill>
          <a:ln w="3810" cap="flat">
            <a:solidFill>
              <a:srgbClr val="000000"/>
            </a:solidFill>
            <a:miter lim="800000"/>
          </a:ln>
        </p:spPr>
        <p:txBody>
          <a:bodyPr rtlCol="0" anchor="ctr" wrap="none" lIns="0" tIns="0" rIns="0" bIns="0"/>
          <a:lstStyle/>
          <a:p>
            <a:endParaRPr lang="en-US"/>
          </a:p>
        </p:txBody>
      </p:sp>
      <p:sp>
        <p:nvSpPr>
          <p:cNvPr id="206" name="Caption 206"/>
          <p:cNvSpPr txBox="1"/>
          <p:nvPr/>
        </p:nvSpPr>
        <p:spPr>
          <a:xfrm>
            <a:off x="3371850" y="7589520"/>
            <a:ext cx="431800" cy="71120"/>
          </a:xfrm>
          <a:prstGeom prst="rect">
            <a:avLst/>
          </a:prstGeom>
          <a:noFill/>
        </p:spPr>
        <p:txBody>
          <a:bodyPr rtlCol="0" anchor="ctr" wrap="none" lIns="0" tIns="0" rIns="0" bIns="0">
            <a:spAutoFit/>
          </a:bodyPr>
          <a:lstStyle/>
          <a:p>
            <a:pPr algn="ctr"/>
            <a:r>
              <a:rPr lang="en-US" sz="460" dirty="0">
                <a:solidFill>
                  <a:srgbClr val="000000"/>
                </a:solidFill>
                <a:latin typeface="Times New Roman"/>
                <a:cs typeface="Times New Roman"/>
              </a:rPr>
              <a:t>#D6EDE7</a:t>
            </a:r>
          </a:p>
        </p:txBody>
      </p:sp>
      <p:sp>
        <p:nvSpPr>
          <p:cNvPr id="207" name="Module 207"/>
          <p:cNvSpPr/>
          <p:nvPr/>
        </p:nvSpPr>
        <p:spPr>
          <a:xfrm>
            <a:off x="3841750" y="7386320"/>
            <a:ext cx="431800" cy="165100"/>
          </a:xfrm>
          <a:prstGeom prst="rect">
            <a:avLst/>
          </a:prstGeom>
          <a:solidFill>
            <a:srgbClr val="AEDCD0"/>
          </a:solidFill>
          <a:ln w="3810" cap="flat">
            <a:solidFill>
              <a:srgbClr val="000000"/>
            </a:solidFill>
            <a:miter lim="800000"/>
          </a:ln>
        </p:spPr>
        <p:txBody>
          <a:bodyPr rtlCol="0" anchor="ctr" wrap="none" lIns="0" tIns="0" rIns="0" bIns="0"/>
          <a:lstStyle/>
          <a:p>
            <a:endParaRPr lang="en-US"/>
          </a:p>
        </p:txBody>
      </p:sp>
      <p:sp>
        <p:nvSpPr>
          <p:cNvPr id="208" name="Caption 208"/>
          <p:cNvSpPr txBox="1"/>
          <p:nvPr/>
        </p:nvSpPr>
        <p:spPr>
          <a:xfrm>
            <a:off x="3841750" y="7589520"/>
            <a:ext cx="431800" cy="71120"/>
          </a:xfrm>
          <a:prstGeom prst="rect">
            <a:avLst/>
          </a:prstGeom>
          <a:noFill/>
        </p:spPr>
        <p:txBody>
          <a:bodyPr rtlCol="0" anchor="ctr" wrap="none" lIns="0" tIns="0" rIns="0" bIns="0">
            <a:spAutoFit/>
          </a:bodyPr>
          <a:lstStyle/>
          <a:p>
            <a:pPr algn="ctr"/>
            <a:r>
              <a:rPr lang="en-US" sz="460" dirty="0">
                <a:solidFill>
                  <a:srgbClr val="000000"/>
                </a:solidFill>
                <a:latin typeface="Times New Roman"/>
                <a:cs typeface="Times New Roman"/>
              </a:rPr>
              <a:t>#AEDCD0</a:t>
            </a:r>
          </a:p>
        </p:txBody>
      </p:sp>
      <p:sp>
        <p:nvSpPr>
          <p:cNvPr id="209" name="Module 209"/>
          <p:cNvSpPr/>
          <p:nvPr/>
        </p:nvSpPr>
        <p:spPr>
          <a:xfrm>
            <a:off x="4311650" y="7386320"/>
            <a:ext cx="431800" cy="165100"/>
          </a:xfrm>
          <a:prstGeom prst="rect">
            <a:avLst/>
          </a:prstGeom>
          <a:solidFill>
            <a:srgbClr val="86CAB9"/>
          </a:solidFill>
          <a:ln w="3810" cap="flat">
            <a:solidFill>
              <a:srgbClr val="000000"/>
            </a:solidFill>
            <a:miter lim="800000"/>
          </a:ln>
        </p:spPr>
        <p:txBody>
          <a:bodyPr rtlCol="0" anchor="ctr" wrap="none" lIns="0" tIns="0" rIns="0" bIns="0"/>
          <a:lstStyle/>
          <a:p>
            <a:endParaRPr lang="en-US"/>
          </a:p>
        </p:txBody>
      </p:sp>
      <p:sp>
        <p:nvSpPr>
          <p:cNvPr id="210" name="Caption 210"/>
          <p:cNvSpPr txBox="1"/>
          <p:nvPr/>
        </p:nvSpPr>
        <p:spPr>
          <a:xfrm>
            <a:off x="4311650" y="7589520"/>
            <a:ext cx="431800" cy="71120"/>
          </a:xfrm>
          <a:prstGeom prst="rect">
            <a:avLst/>
          </a:prstGeom>
          <a:noFill/>
        </p:spPr>
        <p:txBody>
          <a:bodyPr rtlCol="0" anchor="ctr" wrap="none" lIns="0" tIns="0" rIns="0" bIns="0">
            <a:spAutoFit/>
          </a:bodyPr>
          <a:lstStyle/>
          <a:p>
            <a:pPr algn="ctr"/>
            <a:r>
              <a:rPr lang="en-US" sz="460" dirty="0">
                <a:solidFill>
                  <a:srgbClr val="000000"/>
                </a:solidFill>
                <a:latin typeface="Times New Roman"/>
                <a:cs typeface="Times New Roman"/>
              </a:rPr>
              <a:t>#86CAB9</a:t>
            </a:r>
          </a:p>
        </p:txBody>
      </p:sp>
      <p:sp>
        <p:nvSpPr>
          <p:cNvPr id="211" name="Module 211"/>
          <p:cNvSpPr/>
          <p:nvPr/>
        </p:nvSpPr>
        <p:spPr>
          <a:xfrm>
            <a:off x="4781550" y="7386320"/>
            <a:ext cx="431800" cy="165100"/>
          </a:xfrm>
          <a:prstGeom prst="rect">
            <a:avLst/>
          </a:prstGeom>
          <a:solidFill>
            <a:srgbClr val="3FA796"/>
          </a:solidFill>
          <a:ln w="3810" cap="flat">
            <a:solidFill>
              <a:srgbClr val="000000"/>
            </a:solidFill>
            <a:miter lim="800000"/>
          </a:ln>
        </p:spPr>
        <p:txBody>
          <a:bodyPr rtlCol="0" anchor="ctr" wrap="none" lIns="0" tIns="0" rIns="0" bIns="0"/>
          <a:lstStyle/>
          <a:p>
            <a:endParaRPr lang="en-US"/>
          </a:p>
        </p:txBody>
      </p:sp>
      <p:sp>
        <p:nvSpPr>
          <p:cNvPr id="212" name="Caption 212"/>
          <p:cNvSpPr txBox="1"/>
          <p:nvPr/>
        </p:nvSpPr>
        <p:spPr>
          <a:xfrm>
            <a:off x="4781550" y="7589520"/>
            <a:ext cx="431800" cy="71120"/>
          </a:xfrm>
          <a:prstGeom prst="rect">
            <a:avLst/>
          </a:prstGeom>
          <a:noFill/>
        </p:spPr>
        <p:txBody>
          <a:bodyPr rtlCol="0" anchor="ctr" wrap="none" lIns="0" tIns="0" rIns="0" bIns="0">
            <a:spAutoFit/>
          </a:bodyPr>
          <a:lstStyle/>
          <a:p>
            <a:pPr algn="ctr"/>
            <a:r>
              <a:rPr lang="en-US" sz="460" dirty="0">
                <a:solidFill>
                  <a:srgbClr val="000000"/>
                </a:solidFill>
                <a:latin typeface="Times New Roman"/>
                <a:cs typeface="Times New Roman"/>
              </a:rPr>
              <a:t>#3FA796</a:t>
            </a:r>
          </a:p>
        </p:txBody>
      </p:sp>
      <p:sp>
        <p:nvSpPr>
          <p:cNvPr id="213" name="Module 213"/>
          <p:cNvSpPr/>
          <p:nvPr/>
        </p:nvSpPr>
        <p:spPr>
          <a:xfrm>
            <a:off x="5251450" y="7386320"/>
            <a:ext cx="431800" cy="165100"/>
          </a:xfrm>
          <a:prstGeom prst="rect">
            <a:avLst/>
          </a:prstGeom>
          <a:solidFill>
            <a:srgbClr val="2E7D70"/>
          </a:solidFill>
          <a:ln w="3810" cap="flat">
            <a:solidFill>
              <a:srgbClr val="000000"/>
            </a:solidFill>
            <a:miter lim="800000"/>
          </a:ln>
        </p:spPr>
        <p:txBody>
          <a:bodyPr rtlCol="0" anchor="ctr" wrap="none" lIns="0" tIns="0" rIns="0" bIns="0"/>
          <a:lstStyle/>
          <a:p>
            <a:endParaRPr lang="en-US"/>
          </a:p>
        </p:txBody>
      </p:sp>
      <p:sp>
        <p:nvSpPr>
          <p:cNvPr id="214" name="Caption 214"/>
          <p:cNvSpPr txBox="1"/>
          <p:nvPr/>
        </p:nvSpPr>
        <p:spPr>
          <a:xfrm>
            <a:off x="5251450" y="7589520"/>
            <a:ext cx="431800" cy="71120"/>
          </a:xfrm>
          <a:prstGeom prst="rect">
            <a:avLst/>
          </a:prstGeom>
          <a:noFill/>
        </p:spPr>
        <p:txBody>
          <a:bodyPr rtlCol="0" anchor="ctr" wrap="none" lIns="0" tIns="0" rIns="0" bIns="0">
            <a:spAutoFit/>
          </a:bodyPr>
          <a:lstStyle/>
          <a:p>
            <a:pPr algn="ctr"/>
            <a:r>
              <a:rPr lang="en-US" sz="460" dirty="0">
                <a:solidFill>
                  <a:srgbClr val="000000"/>
                </a:solidFill>
                <a:latin typeface="Times New Roman"/>
                <a:cs typeface="Times New Roman"/>
              </a:rPr>
              <a:t>#2E7D70</a:t>
            </a:r>
          </a:p>
        </p:txBody>
      </p:sp>
      <p:sp>
        <p:nvSpPr>
          <p:cNvPr id="215" name="Module 215"/>
          <p:cNvSpPr/>
          <p:nvPr/>
        </p:nvSpPr>
        <p:spPr>
          <a:xfrm>
            <a:off x="5721350" y="7386320"/>
            <a:ext cx="431800" cy="165100"/>
          </a:xfrm>
          <a:prstGeom prst="rect">
            <a:avLst/>
          </a:prstGeom>
          <a:solidFill>
            <a:srgbClr val="1E524A"/>
          </a:solidFill>
          <a:ln w="3810" cap="flat">
            <a:solidFill>
              <a:srgbClr val="000000"/>
            </a:solidFill>
            <a:miter lim="800000"/>
          </a:ln>
        </p:spPr>
        <p:txBody>
          <a:bodyPr rtlCol="0" anchor="ctr" wrap="none" lIns="0" tIns="0" rIns="0" bIns="0"/>
          <a:lstStyle/>
          <a:p>
            <a:endParaRPr lang="en-US"/>
          </a:p>
        </p:txBody>
      </p:sp>
      <p:sp>
        <p:nvSpPr>
          <p:cNvPr id="216" name="Caption 216"/>
          <p:cNvSpPr txBox="1"/>
          <p:nvPr/>
        </p:nvSpPr>
        <p:spPr>
          <a:xfrm>
            <a:off x="5721350" y="7589520"/>
            <a:ext cx="431800" cy="71120"/>
          </a:xfrm>
          <a:prstGeom prst="rect">
            <a:avLst/>
          </a:prstGeom>
          <a:noFill/>
        </p:spPr>
        <p:txBody>
          <a:bodyPr rtlCol="0" anchor="ctr" wrap="none" lIns="0" tIns="0" rIns="0" bIns="0">
            <a:spAutoFit/>
          </a:bodyPr>
          <a:lstStyle/>
          <a:p>
            <a:pPr algn="ctr"/>
            <a:r>
              <a:rPr lang="en-US" sz="460" dirty="0">
                <a:solidFill>
                  <a:srgbClr val="000000"/>
                </a:solidFill>
                <a:latin typeface="Times New Roman"/>
                <a:cs typeface="Times New Roman"/>
              </a:rPr>
              <a:t>#1E524A</a:t>
            </a:r>
          </a:p>
        </p:txBody>
      </p:sp>
      <p:sp>
        <p:nvSpPr>
          <p:cNvPr id="217" name="Label 217"/>
          <p:cNvSpPr txBox="1"/>
          <p:nvPr/>
        </p:nvSpPr>
        <p:spPr>
          <a:xfrm>
            <a:off x="2432050" y="7852410"/>
            <a:ext cx="431800" cy="81280"/>
          </a:xfrm>
          <a:prstGeom prst="rect">
            <a:avLst/>
          </a:prstGeom>
          <a:noFill/>
        </p:spPr>
        <p:txBody>
          <a:bodyPr rtlCol="0" anchor="ctr" wrap="none" lIns="0" tIns="0" rIns="0" bIns="0">
            <a:spAutoFit/>
          </a:bodyPr>
          <a:lstStyle/>
          <a:p>
            <a:pPr algn="ctr"/>
            <a:r>
              <a:rPr lang="en-US" sz="640" dirty="0">
                <a:solidFill>
                  <a:srgbClr val="000000"/>
                </a:solidFill>
                <a:latin typeface="Times New Roman"/>
                <a:cs typeface="Times New Roman"/>
              </a:rPr>
              <a:t>grey</a:t>
            </a:r>
          </a:p>
        </p:txBody>
      </p:sp>
      <p:sp>
        <p:nvSpPr>
          <p:cNvPr id="218" name="Module 218"/>
          <p:cNvSpPr/>
          <p:nvPr/>
        </p:nvSpPr>
        <p:spPr>
          <a:xfrm>
            <a:off x="2901950" y="7762240"/>
            <a:ext cx="431800" cy="165100"/>
          </a:xfrm>
          <a:prstGeom prst="rect">
            <a:avLst/>
          </a:prstGeom>
          <a:solidFill>
            <a:srgbClr val="F7F7F7"/>
          </a:solidFill>
          <a:ln w="3810" cap="flat">
            <a:solidFill>
              <a:srgbClr val="000000"/>
            </a:solidFill>
            <a:miter lim="800000"/>
          </a:ln>
        </p:spPr>
        <p:txBody>
          <a:bodyPr rtlCol="0" anchor="ctr" wrap="none" lIns="0" tIns="0" rIns="0" bIns="0"/>
          <a:lstStyle/>
          <a:p>
            <a:endParaRPr lang="en-US"/>
          </a:p>
        </p:txBody>
      </p:sp>
      <p:sp>
        <p:nvSpPr>
          <p:cNvPr id="219" name="Caption 219"/>
          <p:cNvSpPr txBox="1"/>
          <p:nvPr/>
        </p:nvSpPr>
        <p:spPr>
          <a:xfrm>
            <a:off x="2901950" y="7965440"/>
            <a:ext cx="431800" cy="71120"/>
          </a:xfrm>
          <a:prstGeom prst="rect">
            <a:avLst/>
          </a:prstGeom>
          <a:noFill/>
        </p:spPr>
        <p:txBody>
          <a:bodyPr rtlCol="0" anchor="ctr" wrap="none" lIns="0" tIns="0" rIns="0" bIns="0">
            <a:spAutoFit/>
          </a:bodyPr>
          <a:lstStyle/>
          <a:p>
            <a:pPr algn="ctr"/>
            <a:r>
              <a:rPr lang="en-US" sz="460" dirty="0">
                <a:solidFill>
                  <a:srgbClr val="000000"/>
                </a:solidFill>
                <a:latin typeface="Times New Roman"/>
                <a:cs typeface="Times New Roman"/>
              </a:rPr>
              <a:t>#F7F7F7</a:t>
            </a:r>
          </a:p>
        </p:txBody>
      </p:sp>
      <p:sp>
        <p:nvSpPr>
          <p:cNvPr id="220" name="Module 220"/>
          <p:cNvSpPr/>
          <p:nvPr/>
        </p:nvSpPr>
        <p:spPr>
          <a:xfrm>
            <a:off x="3371850" y="7762240"/>
            <a:ext cx="431800" cy="165100"/>
          </a:xfrm>
          <a:prstGeom prst="rect">
            <a:avLst/>
          </a:prstGeom>
          <a:solidFill>
            <a:srgbClr val="F2F2F2"/>
          </a:solidFill>
          <a:ln w="3810" cap="flat">
            <a:solidFill>
              <a:srgbClr val="000000"/>
            </a:solidFill>
            <a:miter lim="800000"/>
          </a:ln>
        </p:spPr>
        <p:txBody>
          <a:bodyPr rtlCol="0" anchor="ctr" wrap="none" lIns="0" tIns="0" rIns="0" bIns="0"/>
          <a:lstStyle/>
          <a:p>
            <a:endParaRPr lang="en-US"/>
          </a:p>
        </p:txBody>
      </p:sp>
      <p:sp>
        <p:nvSpPr>
          <p:cNvPr id="221" name="Caption 221"/>
          <p:cNvSpPr txBox="1"/>
          <p:nvPr/>
        </p:nvSpPr>
        <p:spPr>
          <a:xfrm>
            <a:off x="3371850" y="7965440"/>
            <a:ext cx="431800" cy="71120"/>
          </a:xfrm>
          <a:prstGeom prst="rect">
            <a:avLst/>
          </a:prstGeom>
          <a:noFill/>
        </p:spPr>
        <p:txBody>
          <a:bodyPr rtlCol="0" anchor="ctr" wrap="none" lIns="0" tIns="0" rIns="0" bIns="0">
            <a:spAutoFit/>
          </a:bodyPr>
          <a:lstStyle/>
          <a:p>
            <a:pPr algn="ctr"/>
            <a:r>
              <a:rPr lang="en-US" sz="460" dirty="0">
                <a:solidFill>
                  <a:srgbClr val="000000"/>
                </a:solidFill>
                <a:latin typeface="Times New Roman"/>
                <a:cs typeface="Times New Roman"/>
              </a:rPr>
              <a:t>#F2F2F2</a:t>
            </a:r>
          </a:p>
        </p:txBody>
      </p:sp>
      <p:sp>
        <p:nvSpPr>
          <p:cNvPr id="222" name="Module 222"/>
          <p:cNvSpPr/>
          <p:nvPr/>
        </p:nvSpPr>
        <p:spPr>
          <a:xfrm>
            <a:off x="3841750" y="7762240"/>
            <a:ext cx="431800" cy="165100"/>
          </a:xfrm>
          <a:prstGeom prst="rect">
            <a:avLst/>
          </a:prstGeom>
          <a:solidFill>
            <a:srgbClr val="E4E4E4"/>
          </a:solidFill>
          <a:ln w="3810" cap="flat">
            <a:solidFill>
              <a:srgbClr val="000000"/>
            </a:solidFill>
            <a:miter lim="800000"/>
          </a:ln>
        </p:spPr>
        <p:txBody>
          <a:bodyPr rtlCol="0" anchor="ctr" wrap="none" lIns="0" tIns="0" rIns="0" bIns="0"/>
          <a:lstStyle/>
          <a:p>
            <a:endParaRPr lang="en-US"/>
          </a:p>
        </p:txBody>
      </p:sp>
      <p:sp>
        <p:nvSpPr>
          <p:cNvPr id="223" name="Caption 223"/>
          <p:cNvSpPr txBox="1"/>
          <p:nvPr/>
        </p:nvSpPr>
        <p:spPr>
          <a:xfrm>
            <a:off x="3841750" y="7965440"/>
            <a:ext cx="431800" cy="71120"/>
          </a:xfrm>
          <a:prstGeom prst="rect">
            <a:avLst/>
          </a:prstGeom>
          <a:noFill/>
        </p:spPr>
        <p:txBody>
          <a:bodyPr rtlCol="0" anchor="ctr" wrap="none" lIns="0" tIns="0" rIns="0" bIns="0">
            <a:spAutoFit/>
          </a:bodyPr>
          <a:lstStyle/>
          <a:p>
            <a:pPr algn="ctr"/>
            <a:r>
              <a:rPr lang="en-US" sz="460" dirty="0">
                <a:solidFill>
                  <a:srgbClr val="000000"/>
                </a:solidFill>
                <a:latin typeface="Times New Roman"/>
                <a:cs typeface="Times New Roman"/>
              </a:rPr>
              <a:t>#E4E4E4</a:t>
            </a:r>
          </a:p>
        </p:txBody>
      </p:sp>
      <p:sp>
        <p:nvSpPr>
          <p:cNvPr id="224" name="Module 224"/>
          <p:cNvSpPr/>
          <p:nvPr/>
        </p:nvSpPr>
        <p:spPr>
          <a:xfrm>
            <a:off x="4311650" y="7762240"/>
            <a:ext cx="431800" cy="165100"/>
          </a:xfrm>
          <a:prstGeom prst="rect">
            <a:avLst/>
          </a:prstGeom>
          <a:solidFill>
            <a:srgbClr val="D8D8D8"/>
          </a:solidFill>
          <a:ln w="3810" cap="flat">
            <a:solidFill>
              <a:srgbClr val="000000"/>
            </a:solidFill>
            <a:miter lim="800000"/>
          </a:ln>
        </p:spPr>
        <p:txBody>
          <a:bodyPr rtlCol="0" anchor="ctr" wrap="none" lIns="0" tIns="0" rIns="0" bIns="0"/>
          <a:lstStyle/>
          <a:p>
            <a:endParaRPr lang="en-US"/>
          </a:p>
        </p:txBody>
      </p:sp>
      <p:sp>
        <p:nvSpPr>
          <p:cNvPr id="225" name="Caption 225"/>
          <p:cNvSpPr txBox="1"/>
          <p:nvPr/>
        </p:nvSpPr>
        <p:spPr>
          <a:xfrm>
            <a:off x="4311650" y="7965440"/>
            <a:ext cx="431800" cy="71120"/>
          </a:xfrm>
          <a:prstGeom prst="rect">
            <a:avLst/>
          </a:prstGeom>
          <a:noFill/>
        </p:spPr>
        <p:txBody>
          <a:bodyPr rtlCol="0" anchor="ctr" wrap="none" lIns="0" tIns="0" rIns="0" bIns="0">
            <a:spAutoFit/>
          </a:bodyPr>
          <a:lstStyle/>
          <a:p>
            <a:pPr algn="ctr"/>
            <a:r>
              <a:rPr lang="en-US" sz="460" dirty="0">
                <a:solidFill>
                  <a:srgbClr val="000000"/>
                </a:solidFill>
                <a:latin typeface="Times New Roman"/>
                <a:cs typeface="Times New Roman"/>
              </a:rPr>
              <a:t>#D8D8D8</a:t>
            </a:r>
          </a:p>
        </p:txBody>
      </p:sp>
      <p:sp>
        <p:nvSpPr>
          <p:cNvPr id="226" name="Module 226"/>
          <p:cNvSpPr/>
          <p:nvPr/>
        </p:nvSpPr>
        <p:spPr>
          <a:xfrm>
            <a:off x="4781550" y="7762240"/>
            <a:ext cx="431800" cy="165100"/>
          </a:xfrm>
          <a:prstGeom prst="rect">
            <a:avLst/>
          </a:prstGeom>
          <a:solidFill>
            <a:srgbClr val="BFBFBF"/>
          </a:solidFill>
          <a:ln w="3810" cap="flat">
            <a:solidFill>
              <a:srgbClr val="000000"/>
            </a:solidFill>
            <a:miter lim="800000"/>
          </a:ln>
        </p:spPr>
        <p:txBody>
          <a:bodyPr rtlCol="0" anchor="ctr" wrap="none" lIns="0" tIns="0" rIns="0" bIns="0"/>
          <a:lstStyle/>
          <a:p>
            <a:endParaRPr lang="en-US"/>
          </a:p>
        </p:txBody>
      </p:sp>
      <p:sp>
        <p:nvSpPr>
          <p:cNvPr id="227" name="Caption 227"/>
          <p:cNvSpPr txBox="1"/>
          <p:nvPr/>
        </p:nvSpPr>
        <p:spPr>
          <a:xfrm>
            <a:off x="4781550" y="7965440"/>
            <a:ext cx="431800" cy="71120"/>
          </a:xfrm>
          <a:prstGeom prst="rect">
            <a:avLst/>
          </a:prstGeom>
          <a:noFill/>
        </p:spPr>
        <p:txBody>
          <a:bodyPr rtlCol="0" anchor="ctr" wrap="none" lIns="0" tIns="0" rIns="0" bIns="0">
            <a:spAutoFit/>
          </a:bodyPr>
          <a:lstStyle/>
          <a:p>
            <a:pPr algn="ctr"/>
            <a:r>
              <a:rPr lang="en-US" sz="460" dirty="0">
                <a:solidFill>
                  <a:srgbClr val="000000"/>
                </a:solidFill>
                <a:latin typeface="Times New Roman"/>
                <a:cs typeface="Times New Roman"/>
              </a:rPr>
              <a:t>#BFBFBF</a:t>
            </a:r>
          </a:p>
        </p:txBody>
      </p:sp>
      <p:sp>
        <p:nvSpPr>
          <p:cNvPr id="228" name="Module 228"/>
          <p:cNvSpPr/>
          <p:nvPr/>
        </p:nvSpPr>
        <p:spPr>
          <a:xfrm>
            <a:off x="5251450" y="7762240"/>
            <a:ext cx="431800" cy="165100"/>
          </a:xfrm>
          <a:prstGeom prst="rect">
            <a:avLst/>
          </a:prstGeom>
          <a:solidFill>
            <a:srgbClr val="A5A5A5"/>
          </a:solidFill>
          <a:ln w="3810" cap="flat">
            <a:solidFill>
              <a:srgbClr val="000000"/>
            </a:solidFill>
            <a:miter lim="800000"/>
          </a:ln>
        </p:spPr>
        <p:txBody>
          <a:bodyPr rtlCol="0" anchor="ctr" wrap="none" lIns="0" tIns="0" rIns="0" bIns="0"/>
          <a:lstStyle/>
          <a:p>
            <a:endParaRPr lang="en-US"/>
          </a:p>
        </p:txBody>
      </p:sp>
      <p:sp>
        <p:nvSpPr>
          <p:cNvPr id="229" name="Caption 229"/>
          <p:cNvSpPr txBox="1"/>
          <p:nvPr/>
        </p:nvSpPr>
        <p:spPr>
          <a:xfrm>
            <a:off x="5251450" y="7965440"/>
            <a:ext cx="431800" cy="71120"/>
          </a:xfrm>
          <a:prstGeom prst="rect">
            <a:avLst/>
          </a:prstGeom>
          <a:noFill/>
        </p:spPr>
        <p:txBody>
          <a:bodyPr rtlCol="0" anchor="ctr" wrap="none" lIns="0" tIns="0" rIns="0" bIns="0">
            <a:spAutoFit/>
          </a:bodyPr>
          <a:lstStyle/>
          <a:p>
            <a:pPr algn="ctr"/>
            <a:r>
              <a:rPr lang="en-US" sz="460" dirty="0">
                <a:solidFill>
                  <a:srgbClr val="000000"/>
                </a:solidFill>
                <a:latin typeface="Times New Roman"/>
                <a:cs typeface="Times New Roman"/>
              </a:rPr>
              <a:t>#A5A5A5</a:t>
            </a:r>
          </a:p>
        </p:txBody>
      </p:sp>
      <p:sp>
        <p:nvSpPr>
          <p:cNvPr id="230" name="Module 230"/>
          <p:cNvSpPr/>
          <p:nvPr/>
        </p:nvSpPr>
        <p:spPr>
          <a:xfrm>
            <a:off x="5721350" y="7762240"/>
            <a:ext cx="431800" cy="165100"/>
          </a:xfrm>
          <a:prstGeom prst="rect">
            <a:avLst/>
          </a:prstGeom>
          <a:solidFill>
            <a:srgbClr val="7F7F7F"/>
          </a:solidFill>
          <a:ln w="3810" cap="flat">
            <a:solidFill>
              <a:srgbClr val="000000"/>
            </a:solidFill>
            <a:miter lim="800000"/>
          </a:ln>
        </p:spPr>
        <p:txBody>
          <a:bodyPr rtlCol="0" anchor="ctr" wrap="none" lIns="0" tIns="0" rIns="0" bIns="0"/>
          <a:lstStyle/>
          <a:p>
            <a:endParaRPr lang="en-US"/>
          </a:p>
        </p:txBody>
      </p:sp>
      <p:sp>
        <p:nvSpPr>
          <p:cNvPr id="231" name="Caption 231"/>
          <p:cNvSpPr txBox="1"/>
          <p:nvPr/>
        </p:nvSpPr>
        <p:spPr>
          <a:xfrm>
            <a:off x="5721350" y="7965440"/>
            <a:ext cx="431800" cy="71120"/>
          </a:xfrm>
          <a:prstGeom prst="rect">
            <a:avLst/>
          </a:prstGeom>
          <a:noFill/>
        </p:spPr>
        <p:txBody>
          <a:bodyPr rtlCol="0" anchor="ctr" wrap="none" lIns="0" tIns="0" rIns="0" bIns="0">
            <a:spAutoFit/>
          </a:bodyPr>
          <a:lstStyle/>
          <a:p>
            <a:pPr algn="ctr"/>
            <a:r>
              <a:rPr lang="en-US" sz="460" dirty="0">
                <a:solidFill>
                  <a:srgbClr val="000000"/>
                </a:solidFill>
                <a:latin typeface="Times New Roman"/>
                <a:cs typeface="Times New Roman"/>
              </a:rPr>
              <a:t>#7F7F7F</a:t>
            </a:r>
          </a:p>
        </p:txBody>
      </p:sp>
      <p:sp>
        <p:nvSpPr>
          <p:cNvPr id="232" name="Stage 232"/>
          <p:cNvSpPr/>
          <p:nvPr/>
        </p:nvSpPr>
        <p:spPr>
          <a:xfrm>
            <a:off x="101600" y="8503920"/>
            <a:ext cx="8382000" cy="330200"/>
          </a:xfrm>
          <a:prstGeom prst="roundRect">
            <a:avLst>
              <a:gd name="adj" fmla="val 10000"/>
            </a:avLst>
          </a:prstGeom>
          <a:noFill/>
          <a:ln w="6985" cap="flat">
            <a:solidFill>
              <a:srgbClr val="A5A5A5"/>
            </a:solidFill>
            <a:prstDash val="dash"/>
            <a:miter lim="800000"/>
          </a:ln>
        </p:spPr>
        <p:txBody>
          <a:bodyPr rtlCol="0" anchor="ctr" wrap="none" lIns="0" tIns="0" rIns="0" bIns="0"/>
          <a:lstStyle/>
          <a:p>
            <a:endParaRPr lang="en-US"/>
          </a:p>
        </p:txBody>
      </p:sp>
      <p:sp>
        <p:nvSpPr>
          <p:cNvPr id="233" name="StageTitle 233"/>
          <p:cNvSpPr txBox="1"/>
          <p:nvPr/>
        </p:nvSpPr>
        <p:spPr>
          <a:xfrm>
            <a:off x="101600" y="8354060"/>
            <a:ext cx="8382000" cy="124460"/>
          </a:xfrm>
          <a:prstGeom prst="rect">
            <a:avLst/>
          </a:prstGeom>
          <a:noFill/>
        </p:spPr>
        <p:txBody>
          <a:bodyPr rtlCol="0" anchor="ctr" wrap="none" lIns="0" tIns="0" rIns="0" bIns="0">
            <a:spAutoFit/>
          </a:bodyPr>
          <a:lstStyle/>
          <a:p>
            <a:pPr algn="l"/>
            <a:r>
              <a:rPr lang="en-US" sz="780" b="1" dirty="0">
                <a:solidFill>
                  <a:srgbClr val="000000"/>
                </a:solidFill>
                <a:latin typeface="Times New Roman"/>
                <a:cs typeface="Times New Roman"/>
              </a:rPr>
              <a:t>Line weights</a:t>
            </a:r>
          </a:p>
        </p:txBody>
      </p:sp>
      <p:sp>
        <p:nvSpPr>
          <p:cNvPr id="234" name="Label 234"/>
          <p:cNvSpPr txBox="1"/>
          <p:nvPr/>
        </p:nvSpPr>
        <p:spPr>
          <a:xfrm>
            <a:off x="584200" y="8630920"/>
            <a:ext cx="990600" cy="76200"/>
          </a:xfrm>
          <a:prstGeom prst="rect">
            <a:avLst/>
          </a:prstGeom>
          <a:noFill/>
        </p:spPr>
        <p:txBody>
          <a:bodyPr rtlCol="0" anchor="ctr" wrap="none" lIns="0" tIns="0" rIns="0" bIns="0">
            <a:spAutoFit/>
          </a:bodyPr>
          <a:lstStyle/>
          <a:p>
            <a:pPr algn="ctr"/>
            <a:r>
              <a:rPr lang="en-US" sz="600" dirty="0">
                <a:solidFill>
                  <a:srgbClr val="000000"/>
                </a:solidFill>
                <a:latin typeface="Times New Roman"/>
                <a:cs typeface="Times New Roman"/>
              </a:rPr>
              <a:t>hairline (0.30 pt)</a:t>
            </a:r>
          </a:p>
        </p:txBody>
      </p:sp>
      <p:sp>
        <p:nvSpPr>
          <p:cNvPr id="235" name="Label 235"/>
          <p:cNvSpPr txBox="1"/>
          <p:nvPr/>
        </p:nvSpPr>
        <p:spPr>
          <a:xfrm>
            <a:off x="2286000" y="8630920"/>
            <a:ext cx="990600" cy="76200"/>
          </a:xfrm>
          <a:prstGeom prst="rect">
            <a:avLst/>
          </a:prstGeom>
          <a:noFill/>
        </p:spPr>
        <p:txBody>
          <a:bodyPr rtlCol="0" anchor="ctr" wrap="none" lIns="0" tIns="0" rIns="0" bIns="0">
            <a:spAutoFit/>
          </a:bodyPr>
          <a:lstStyle/>
          <a:p>
            <a:pPr algn="ctr"/>
            <a:r>
              <a:rPr lang="en-US" sz="600" dirty="0">
                <a:solidFill>
                  <a:srgbClr val="000000"/>
                </a:solidFill>
                <a:latin typeface="Times New Roman"/>
                <a:cs typeface="Times New Roman"/>
              </a:rPr>
              <a:t>frame (0.55 pt)</a:t>
            </a:r>
          </a:p>
        </p:txBody>
      </p:sp>
      <p:sp>
        <p:nvSpPr>
          <p:cNvPr id="236" name="Label 236"/>
          <p:cNvSpPr txBox="1"/>
          <p:nvPr/>
        </p:nvSpPr>
        <p:spPr>
          <a:xfrm>
            <a:off x="3987800" y="8630920"/>
            <a:ext cx="990600" cy="76200"/>
          </a:xfrm>
          <a:prstGeom prst="rect">
            <a:avLst/>
          </a:prstGeom>
          <a:noFill/>
        </p:spPr>
        <p:txBody>
          <a:bodyPr rtlCol="0" anchor="ctr" wrap="none" lIns="0" tIns="0" rIns="0" bIns="0">
            <a:spAutoFit/>
          </a:bodyPr>
          <a:lstStyle/>
          <a:p>
            <a:pPr algn="ctr"/>
            <a:r>
              <a:rPr lang="en-US" sz="600" dirty="0">
                <a:solidFill>
                  <a:srgbClr val="000000"/>
                </a:solidFill>
                <a:latin typeface="Times New Roman"/>
                <a:cs typeface="Times New Roman"/>
              </a:rPr>
              <a:t>box (0.65 pt)</a:t>
            </a:r>
          </a:p>
        </p:txBody>
      </p:sp>
      <p:sp>
        <p:nvSpPr>
          <p:cNvPr id="237" name="Label 237"/>
          <p:cNvSpPr txBox="1"/>
          <p:nvPr/>
        </p:nvSpPr>
        <p:spPr>
          <a:xfrm>
            <a:off x="5689600" y="8630920"/>
            <a:ext cx="990600" cy="76200"/>
          </a:xfrm>
          <a:prstGeom prst="rect">
            <a:avLst/>
          </a:prstGeom>
          <a:noFill/>
        </p:spPr>
        <p:txBody>
          <a:bodyPr rtlCol="0" anchor="ctr" wrap="none" lIns="0" tIns="0" rIns="0" bIns="0">
            <a:spAutoFit/>
          </a:bodyPr>
          <a:lstStyle/>
          <a:p>
            <a:pPr algn="ctr"/>
            <a:r>
              <a:rPr lang="en-US" sz="600" dirty="0">
                <a:solidFill>
                  <a:srgbClr val="000000"/>
                </a:solidFill>
                <a:latin typeface="Times New Roman"/>
                <a:cs typeface="Times New Roman"/>
              </a:rPr>
              <a:t>flow (0.80 pt)</a:t>
            </a:r>
          </a:p>
        </p:txBody>
      </p:sp>
      <p:sp>
        <p:nvSpPr>
          <p:cNvPr id="238" name="Label 238"/>
          <p:cNvSpPr txBox="1"/>
          <p:nvPr/>
        </p:nvSpPr>
        <p:spPr>
          <a:xfrm>
            <a:off x="7391400" y="8630920"/>
            <a:ext cx="990600" cy="76200"/>
          </a:xfrm>
          <a:prstGeom prst="rect">
            <a:avLst/>
          </a:prstGeom>
          <a:noFill/>
        </p:spPr>
        <p:txBody>
          <a:bodyPr rtlCol="0" anchor="ctr" wrap="none" lIns="0" tIns="0" rIns="0" bIns="0">
            <a:spAutoFit/>
          </a:bodyPr>
          <a:lstStyle/>
          <a:p>
            <a:pPr algn="ctr"/>
            <a:r>
              <a:rPr lang="en-US" sz="600" dirty="0">
                <a:solidFill>
                  <a:srgbClr val="000000"/>
                </a:solidFill>
                <a:latin typeface="Times New Roman"/>
                <a:cs typeface="Times New Roman"/>
              </a:rPr>
              <a:t>emphasis (1.10 pt)</a:t>
            </a:r>
          </a:p>
        </p:txBody>
      </p:sp>
      <p:sp>
        <p:nvSpPr>
          <p:cNvPr id="239" name="Flow 239"/>
          <p:cNvSpPr/>
          <p:nvPr/>
        </p:nvSpPr>
        <p:spPr>
          <a:xfrm>
            <a:off x="254000" y="8669020"/>
            <a:ext cx="330200" cy="1270"/>
          </a:xfrm>
          <a:custGeom>
            <a:avLst/>
            <a:gdLst/>
            <a:ahLst/>
            <a:cxnLst/>
            <a:rect l="0" t="0" r="r" b="b"/>
            <a:pathLst>
              <a:path w="330200" h="127" fill="none">
                <a:moveTo>
                  <a:pt x="0" y="0"/>
                </a:moveTo>
                <a:lnTo>
                  <a:pt x="330200" y="0"/>
                </a:lnTo>
              </a:path>
            </a:pathLst>
          </a:custGeom>
          <a:noFill/>
          <a:ln w="3810" cap="flat">
            <a:solidFill>
              <a:srgbClr val="000000"/>
            </a:solidFill>
            <a:miter lim="800000"/>
            <a:tailEnd type="triangle" w="med" len="med"/>
          </a:ln>
        </p:spPr>
        <p:txBody>
          <a:bodyPr rtlCol="0" anchor="ctr" wrap="none" lIns="0" tIns="0" rIns="0" bIns="0"/>
          <a:lstStyle/>
          <a:p>
            <a:endParaRPr lang="en-US"/>
          </a:p>
        </p:txBody>
      </p:sp>
      <p:sp>
        <p:nvSpPr>
          <p:cNvPr id="240" name="Flow 240"/>
          <p:cNvSpPr/>
          <p:nvPr/>
        </p:nvSpPr>
        <p:spPr>
          <a:xfrm>
            <a:off x="3657600" y="8669020"/>
            <a:ext cx="330200" cy="1270"/>
          </a:xfrm>
          <a:custGeom>
            <a:avLst/>
            <a:gdLst/>
            <a:ahLst/>
            <a:cxnLst/>
            <a:rect l="0" t="0" r="r" b="b"/>
            <a:pathLst>
              <a:path w="330200" h="127" fill="none">
                <a:moveTo>
                  <a:pt x="0" y="0"/>
                </a:moveTo>
                <a:lnTo>
                  <a:pt x="330200" y="0"/>
                </a:lnTo>
              </a:path>
            </a:pathLst>
          </a:custGeom>
          <a:noFill/>
          <a:ln w="8255" cap="flat">
            <a:solidFill>
              <a:srgbClr val="000000"/>
            </a:solidFill>
            <a:miter lim="800000"/>
            <a:tailEnd type="triangle" w="med" len="med"/>
          </a:ln>
        </p:spPr>
        <p:txBody>
          <a:bodyPr rtlCol="0" anchor="ctr" wrap="none" lIns="0" tIns="0" rIns="0" bIns="0"/>
          <a:lstStyle/>
          <a:p>
            <a:endParaRPr lang="en-US"/>
          </a:p>
        </p:txBody>
      </p:sp>
      <p:sp>
        <p:nvSpPr>
          <p:cNvPr id="241" name="Flow 241"/>
          <p:cNvSpPr/>
          <p:nvPr/>
        </p:nvSpPr>
        <p:spPr>
          <a:xfrm>
            <a:off x="5359400" y="8669020"/>
            <a:ext cx="330200" cy="1270"/>
          </a:xfrm>
          <a:custGeom>
            <a:avLst/>
            <a:gdLst/>
            <a:ahLst/>
            <a:cxnLst/>
            <a:rect l="0" t="0" r="r" b="b"/>
            <a:pathLst>
              <a:path w="330200" h="127" fill="none">
                <a:moveTo>
                  <a:pt x="0" y="0"/>
                </a:moveTo>
                <a:lnTo>
                  <a:pt x="330200" y="0"/>
                </a:lnTo>
              </a:path>
            </a:pathLst>
          </a:custGeom>
          <a:noFill/>
          <a:ln w="10160" cap="flat">
            <a:solidFill>
              <a:srgbClr val="000000"/>
            </a:solidFill>
            <a:miter lim="800000"/>
            <a:tailEnd type="triangle" w="med" len="med"/>
          </a:ln>
        </p:spPr>
        <p:txBody>
          <a:bodyPr rtlCol="0" anchor="ctr" wrap="none" lIns="0" tIns="0" rIns="0" bIns="0"/>
          <a:lstStyle/>
          <a:p>
            <a:endParaRPr lang="en-US"/>
          </a:p>
        </p:txBody>
      </p:sp>
      <p:sp>
        <p:nvSpPr>
          <p:cNvPr id="242" name="Flow 242"/>
          <p:cNvSpPr/>
          <p:nvPr/>
        </p:nvSpPr>
        <p:spPr>
          <a:xfrm>
            <a:off x="7061200" y="8669020"/>
            <a:ext cx="330200" cy="1270"/>
          </a:xfrm>
          <a:custGeom>
            <a:avLst/>
            <a:gdLst/>
            <a:ahLst/>
            <a:cxnLst/>
            <a:rect l="0" t="0" r="r" b="b"/>
            <a:pathLst>
              <a:path w="330200" h="127" fill="none">
                <a:moveTo>
                  <a:pt x="0" y="0"/>
                </a:moveTo>
                <a:lnTo>
                  <a:pt x="330200" y="0"/>
                </a:lnTo>
              </a:path>
            </a:pathLst>
          </a:custGeom>
          <a:noFill/>
          <a:ln w="13970" cap="flat">
            <a:solidFill>
              <a:srgbClr val="000000"/>
            </a:solidFill>
            <a:miter lim="800000"/>
            <a:tailEnd type="triangle" w="med" len="med"/>
          </a:ln>
        </p:spPr>
        <p:txBody>
          <a:bodyPr rtlCol="0" anchor="ctr" wrap="none" lIns="0" tIns="0" rIns="0" bIns="0"/>
          <a:lstStyle/>
          <a:p>
            <a:endParaRPr lang="en-US"/>
          </a:p>
        </p:txBody>
      </p:sp>
      <p:sp>
        <p:nvSpPr>
          <p:cNvPr id="243" name="Flow 243"/>
          <p:cNvSpPr/>
          <p:nvPr/>
        </p:nvSpPr>
        <p:spPr>
          <a:xfrm>
            <a:off x="1955800" y="8669020"/>
            <a:ext cx="330200" cy="1270"/>
          </a:xfrm>
          <a:custGeom>
            <a:avLst/>
            <a:gdLst/>
            <a:ahLst/>
            <a:cxnLst/>
            <a:rect l="0" t="0" r="r" b="b"/>
            <a:pathLst>
              <a:path w="330200" h="127" fill="none">
                <a:moveTo>
                  <a:pt x="0" y="0"/>
                </a:moveTo>
                <a:lnTo>
                  <a:pt x="330200" y="0"/>
                </a:lnTo>
              </a:path>
            </a:pathLst>
          </a:custGeom>
          <a:noFill/>
          <a:ln w="6985" cap="flat">
            <a:solidFill>
              <a:srgbClr val="000000"/>
            </a:solidFill>
            <a:miter lim="800000"/>
            <a:tailEnd type="triangle" w="med" len="med"/>
          </a:ln>
        </p:spPr>
        <p:txBody>
          <a:bodyPr rtlCol="0" anchor="ctr" wrap="none" lIns="0" tIns="0" rIns="0" bIns="0"/>
          <a:lstStyle/>
          <a:p>
            <a:endParaRPr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cvpr-figur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Times New Roman"/>
        <a:ea typeface=""/>
        <a:cs typeface=""/>
      </a:majorFont>
      <a:minorFont>
        <a:latin typeface="Times New Roman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